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8"/>
  </p:notesMasterIdLst>
  <p:handoutMasterIdLst>
    <p:handoutMasterId r:id="rId9"/>
  </p:handoutMasterIdLst>
  <p:sldIdLst>
    <p:sldId id="256" r:id="rId2"/>
    <p:sldId id="258" r:id="rId3"/>
    <p:sldId id="270" r:id="rId4"/>
    <p:sldId id="269" r:id="rId5"/>
    <p:sldId id="271" r:id="rId6"/>
    <p:sldId id="26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24992E-7906-470A-9696-5C9B64F0E96D}" v="5" dt="2024-04-18T02:03:17.7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085" autoAdjust="0"/>
  </p:normalViewPr>
  <p:slideViewPr>
    <p:cSldViewPr snapToGrid="0">
      <p:cViewPr varScale="1">
        <p:scale>
          <a:sx n="104" d="100"/>
          <a:sy n="104" d="100"/>
        </p:scale>
        <p:origin x="138"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shani Weralupitiya (RIT Student)" userId="3f91b735-1066-45c1-91e2-086dcd157ec1" providerId="ADAL" clId="{7C24992E-7906-470A-9696-5C9B64F0E96D}"/>
    <pc:docChg chg="undo custSel addSld delSld modSld sldOrd">
      <pc:chgData name="Beshani Weralupitiya (RIT Student)" userId="3f91b735-1066-45c1-91e2-086dcd157ec1" providerId="ADAL" clId="{7C24992E-7906-470A-9696-5C9B64F0E96D}" dt="2024-05-03T18:29:15.915" v="388" actId="26606"/>
      <pc:docMkLst>
        <pc:docMk/>
      </pc:docMkLst>
      <pc:sldChg chg="addSp delSp modSp mod">
        <pc:chgData name="Beshani Weralupitiya (RIT Student)" userId="3f91b735-1066-45c1-91e2-086dcd157ec1" providerId="ADAL" clId="{7C24992E-7906-470A-9696-5C9B64F0E96D}" dt="2024-05-03T18:29:15.915" v="388" actId="26606"/>
        <pc:sldMkLst>
          <pc:docMk/>
          <pc:sldMk cId="1769821040" sldId="256"/>
        </pc:sldMkLst>
        <pc:spChg chg="mod">
          <ac:chgData name="Beshani Weralupitiya (RIT Student)" userId="3f91b735-1066-45c1-91e2-086dcd157ec1" providerId="ADAL" clId="{7C24992E-7906-470A-9696-5C9B64F0E96D}" dt="2024-05-03T18:29:15.915" v="388" actId="26606"/>
          <ac:spMkLst>
            <pc:docMk/>
            <pc:sldMk cId="1769821040" sldId="256"/>
            <ac:spMk id="2" creationId="{F9E5CBC3-0B1A-969B-E890-DA4189B23F1C}"/>
          </ac:spMkLst>
        </pc:spChg>
        <pc:spChg chg="mod">
          <ac:chgData name="Beshani Weralupitiya (RIT Student)" userId="3f91b735-1066-45c1-91e2-086dcd157ec1" providerId="ADAL" clId="{7C24992E-7906-470A-9696-5C9B64F0E96D}" dt="2024-05-03T18:29:15.915" v="388" actId="26606"/>
          <ac:spMkLst>
            <pc:docMk/>
            <pc:sldMk cId="1769821040" sldId="256"/>
            <ac:spMk id="3" creationId="{40072122-1A85-8AFA-BE1A-FD390FE54B9F}"/>
          </ac:spMkLst>
        </pc:spChg>
        <pc:spChg chg="mod">
          <ac:chgData name="Beshani Weralupitiya (RIT Student)" userId="3f91b735-1066-45c1-91e2-086dcd157ec1" providerId="ADAL" clId="{7C24992E-7906-470A-9696-5C9B64F0E96D}" dt="2024-05-03T18:29:15.915" v="388" actId="26606"/>
          <ac:spMkLst>
            <pc:docMk/>
            <pc:sldMk cId="1769821040" sldId="256"/>
            <ac:spMk id="6" creationId="{503B7AAB-747C-4ED3-CF7E-ABE7718D226E}"/>
          </ac:spMkLst>
        </pc:spChg>
        <pc:spChg chg="del">
          <ac:chgData name="Beshani Weralupitiya (RIT Student)" userId="3f91b735-1066-45c1-91e2-086dcd157ec1" providerId="ADAL" clId="{7C24992E-7906-470A-9696-5C9B64F0E96D}" dt="2024-05-03T18:29:15.915" v="388" actId="26606"/>
          <ac:spMkLst>
            <pc:docMk/>
            <pc:sldMk cId="1769821040" sldId="256"/>
            <ac:spMk id="56" creationId="{DF0CAD46-2E46-44EB-A063-C05881768CE6}"/>
          </ac:spMkLst>
        </pc:spChg>
        <pc:spChg chg="del">
          <ac:chgData name="Beshani Weralupitiya (RIT Student)" userId="3f91b735-1066-45c1-91e2-086dcd157ec1" providerId="ADAL" clId="{7C24992E-7906-470A-9696-5C9B64F0E96D}" dt="2024-05-03T18:29:15.915" v="388" actId="26606"/>
          <ac:spMkLst>
            <pc:docMk/>
            <pc:sldMk cId="1769821040" sldId="256"/>
            <ac:spMk id="58" creationId="{DE8A7E9B-3161-4AE7-B85C-EE3D7786D549}"/>
          </ac:spMkLst>
        </pc:spChg>
        <pc:spChg chg="add">
          <ac:chgData name="Beshani Weralupitiya (RIT Student)" userId="3f91b735-1066-45c1-91e2-086dcd157ec1" providerId="ADAL" clId="{7C24992E-7906-470A-9696-5C9B64F0E96D}" dt="2024-05-03T18:29:15.915" v="388" actId="26606"/>
          <ac:spMkLst>
            <pc:docMk/>
            <pc:sldMk cId="1769821040" sldId="256"/>
            <ac:spMk id="64" creationId="{DF0CAD46-2E46-44EB-A063-C05881768CE6}"/>
          </ac:spMkLst>
        </pc:spChg>
        <pc:spChg chg="add">
          <ac:chgData name="Beshani Weralupitiya (RIT Student)" userId="3f91b735-1066-45c1-91e2-086dcd157ec1" providerId="ADAL" clId="{7C24992E-7906-470A-9696-5C9B64F0E96D}" dt="2024-05-03T18:29:15.915" v="388" actId="26606"/>
          <ac:spMkLst>
            <pc:docMk/>
            <pc:sldMk cId="1769821040" sldId="256"/>
            <ac:spMk id="66" creationId="{0FDFF237-4369-41A3-9CE4-CD1A68139E16}"/>
          </ac:spMkLst>
        </pc:spChg>
        <pc:grpChg chg="del">
          <ac:chgData name="Beshani Weralupitiya (RIT Student)" userId="3f91b735-1066-45c1-91e2-086dcd157ec1" providerId="ADAL" clId="{7C24992E-7906-470A-9696-5C9B64F0E96D}" dt="2024-05-03T18:29:15.915" v="388" actId="26606"/>
          <ac:grpSpMkLst>
            <pc:docMk/>
            <pc:sldMk cId="1769821040" sldId="256"/>
            <ac:grpSpMk id="59" creationId="{C3E45FAB-3768-4529-B0E8-A0E9BE5E382B}"/>
          </ac:grpSpMkLst>
        </pc:grpChg>
        <pc:grpChg chg="add">
          <ac:chgData name="Beshani Weralupitiya (RIT Student)" userId="3f91b735-1066-45c1-91e2-086dcd157ec1" providerId="ADAL" clId="{7C24992E-7906-470A-9696-5C9B64F0E96D}" dt="2024-05-03T18:29:15.915" v="388" actId="26606"/>
          <ac:grpSpMkLst>
            <pc:docMk/>
            <pc:sldMk cId="1769821040" sldId="256"/>
            <ac:grpSpMk id="68" creationId="{C3E45FAB-3768-4529-B0E8-A0E9BE5E382B}"/>
          </ac:grpSpMkLst>
        </pc:grpChg>
      </pc:sldChg>
      <pc:sldChg chg="addSp delSp modSp mod modNotesTx">
        <pc:chgData name="Beshani Weralupitiya (RIT Student)" userId="3f91b735-1066-45c1-91e2-086dcd157ec1" providerId="ADAL" clId="{7C24992E-7906-470A-9696-5C9B64F0E96D}" dt="2024-04-18T01:20:53.178" v="332" actId="1076"/>
        <pc:sldMkLst>
          <pc:docMk/>
          <pc:sldMk cId="2019429515" sldId="258"/>
        </pc:sldMkLst>
        <pc:spChg chg="mod">
          <ac:chgData name="Beshani Weralupitiya (RIT Student)" userId="3f91b735-1066-45c1-91e2-086dcd157ec1" providerId="ADAL" clId="{7C24992E-7906-470A-9696-5C9B64F0E96D}" dt="2024-04-18T01:19:18.948" v="316" actId="1076"/>
          <ac:spMkLst>
            <pc:docMk/>
            <pc:sldMk cId="2019429515" sldId="258"/>
            <ac:spMk id="2" creationId="{C6F7ED98-7F42-92C1-AD57-36EF2AE7C97E}"/>
          </ac:spMkLst>
        </pc:spChg>
        <pc:spChg chg="mod">
          <ac:chgData name="Beshani Weralupitiya (RIT Student)" userId="3f91b735-1066-45c1-91e2-086dcd157ec1" providerId="ADAL" clId="{7C24992E-7906-470A-9696-5C9B64F0E96D}" dt="2024-04-18T01:19:25.031" v="318" actId="12"/>
          <ac:spMkLst>
            <pc:docMk/>
            <pc:sldMk cId="2019429515" sldId="258"/>
            <ac:spMk id="3" creationId="{A60D6A1D-8035-57C1-A7A2-70DF5063B10C}"/>
          </ac:spMkLst>
        </pc:spChg>
        <pc:spChg chg="add mod">
          <ac:chgData name="Beshani Weralupitiya (RIT Student)" userId="3f91b735-1066-45c1-91e2-086dcd157ec1" providerId="ADAL" clId="{7C24992E-7906-470A-9696-5C9B64F0E96D}" dt="2024-04-18T01:20:53.178" v="332" actId="1076"/>
          <ac:spMkLst>
            <pc:docMk/>
            <pc:sldMk cId="2019429515" sldId="258"/>
            <ac:spMk id="7" creationId="{46E5627D-55DC-4FF8-DD4F-8B882637727C}"/>
          </ac:spMkLst>
        </pc:spChg>
        <pc:picChg chg="del">
          <ac:chgData name="Beshani Weralupitiya (RIT Student)" userId="3f91b735-1066-45c1-91e2-086dcd157ec1" providerId="ADAL" clId="{7C24992E-7906-470A-9696-5C9B64F0E96D}" dt="2024-04-17T22:18:42.642" v="124" actId="478"/>
          <ac:picMkLst>
            <pc:docMk/>
            <pc:sldMk cId="2019429515" sldId="258"/>
            <ac:picMk id="5" creationId="{25EDE761-A87C-461D-AD6B-8834625E5053}"/>
          </ac:picMkLst>
        </pc:picChg>
        <pc:picChg chg="add mod">
          <ac:chgData name="Beshani Weralupitiya (RIT Student)" userId="3f91b735-1066-45c1-91e2-086dcd157ec1" providerId="ADAL" clId="{7C24992E-7906-470A-9696-5C9B64F0E96D}" dt="2024-04-18T01:19:36.917" v="322" actId="1076"/>
          <ac:picMkLst>
            <pc:docMk/>
            <pc:sldMk cId="2019429515" sldId="258"/>
            <ac:picMk id="6" creationId="{15409FD5-3257-17D8-DAEB-F8F2CCB656E1}"/>
          </ac:picMkLst>
        </pc:picChg>
      </pc:sldChg>
      <pc:sldChg chg="del">
        <pc:chgData name="Beshani Weralupitiya (RIT Student)" userId="3f91b735-1066-45c1-91e2-086dcd157ec1" providerId="ADAL" clId="{7C24992E-7906-470A-9696-5C9B64F0E96D}" dt="2024-04-17T22:16:31.127" v="5" actId="47"/>
        <pc:sldMkLst>
          <pc:docMk/>
          <pc:sldMk cId="1998036173" sldId="263"/>
        </pc:sldMkLst>
      </pc:sldChg>
      <pc:sldChg chg="del">
        <pc:chgData name="Beshani Weralupitiya (RIT Student)" userId="3f91b735-1066-45c1-91e2-086dcd157ec1" providerId="ADAL" clId="{7C24992E-7906-470A-9696-5C9B64F0E96D}" dt="2024-04-17T22:16:32.751" v="12" actId="47"/>
        <pc:sldMkLst>
          <pc:docMk/>
          <pc:sldMk cId="3134638186" sldId="267"/>
        </pc:sldMkLst>
      </pc:sldChg>
      <pc:sldChg chg="del">
        <pc:chgData name="Beshani Weralupitiya (RIT Student)" userId="3f91b735-1066-45c1-91e2-086dcd157ec1" providerId="ADAL" clId="{7C24992E-7906-470A-9696-5C9B64F0E96D}" dt="2024-04-17T22:16:29.601" v="0" actId="47"/>
        <pc:sldMkLst>
          <pc:docMk/>
          <pc:sldMk cId="2350237399" sldId="269"/>
        </pc:sldMkLst>
      </pc:sldChg>
      <pc:sldChg chg="addSp delSp modSp new mod">
        <pc:chgData name="Beshani Weralupitiya (RIT Student)" userId="3f91b735-1066-45c1-91e2-086dcd157ec1" providerId="ADAL" clId="{7C24992E-7906-470A-9696-5C9B64F0E96D}" dt="2024-04-18T02:05:19.812" v="385" actId="20577"/>
        <pc:sldMkLst>
          <pc:docMk/>
          <pc:sldMk cId="3244720868" sldId="269"/>
        </pc:sldMkLst>
        <pc:spChg chg="mod">
          <ac:chgData name="Beshani Weralupitiya (RIT Student)" userId="3f91b735-1066-45c1-91e2-086dcd157ec1" providerId="ADAL" clId="{7C24992E-7906-470A-9696-5C9B64F0E96D}" dt="2024-04-18T02:05:19.812" v="385" actId="20577"/>
          <ac:spMkLst>
            <pc:docMk/>
            <pc:sldMk cId="3244720868" sldId="269"/>
            <ac:spMk id="2" creationId="{5AF54200-D9C6-29D5-E74E-CC2AAD46AF3F}"/>
          </ac:spMkLst>
        </pc:spChg>
        <pc:spChg chg="del">
          <ac:chgData name="Beshani Weralupitiya (RIT Student)" userId="3f91b735-1066-45c1-91e2-086dcd157ec1" providerId="ADAL" clId="{7C24992E-7906-470A-9696-5C9B64F0E96D}" dt="2024-04-18T02:01:16.676" v="334" actId="22"/>
          <ac:spMkLst>
            <pc:docMk/>
            <pc:sldMk cId="3244720868" sldId="269"/>
            <ac:spMk id="3" creationId="{F75597B0-E665-F88B-C1B6-47A36BA40A42}"/>
          </ac:spMkLst>
        </pc:spChg>
        <pc:picChg chg="add mod ord">
          <ac:chgData name="Beshani Weralupitiya (RIT Student)" userId="3f91b735-1066-45c1-91e2-086dcd157ec1" providerId="ADAL" clId="{7C24992E-7906-470A-9696-5C9B64F0E96D}" dt="2024-04-18T02:05:13.594" v="372" actId="1076"/>
          <ac:picMkLst>
            <pc:docMk/>
            <pc:sldMk cId="3244720868" sldId="269"/>
            <ac:picMk id="6" creationId="{3A590677-99FF-A384-9869-4B438EB54802}"/>
          </ac:picMkLst>
        </pc:picChg>
      </pc:sldChg>
      <pc:sldChg chg="addSp delSp modSp new mod ord">
        <pc:chgData name="Beshani Weralupitiya (RIT Student)" userId="3f91b735-1066-45c1-91e2-086dcd157ec1" providerId="ADAL" clId="{7C24992E-7906-470A-9696-5C9B64F0E96D}" dt="2024-04-18T17:00:58.795" v="387"/>
        <pc:sldMkLst>
          <pc:docMk/>
          <pc:sldMk cId="3276583338" sldId="270"/>
        </pc:sldMkLst>
        <pc:spChg chg="mod">
          <ac:chgData name="Beshani Weralupitiya (RIT Student)" userId="3f91b735-1066-45c1-91e2-086dcd157ec1" providerId="ADAL" clId="{7C24992E-7906-470A-9696-5C9B64F0E96D}" dt="2024-04-18T02:03:17.738" v="355" actId="20577"/>
          <ac:spMkLst>
            <pc:docMk/>
            <pc:sldMk cId="3276583338" sldId="270"/>
            <ac:spMk id="2" creationId="{E7E3DEA8-770F-6BF4-1482-BF2DA31CD084}"/>
          </ac:spMkLst>
        </pc:spChg>
        <pc:spChg chg="del">
          <ac:chgData name="Beshani Weralupitiya (RIT Student)" userId="3f91b735-1066-45c1-91e2-086dcd157ec1" providerId="ADAL" clId="{7C24992E-7906-470A-9696-5C9B64F0E96D}" dt="2024-04-18T02:02:52.417" v="340" actId="22"/>
          <ac:spMkLst>
            <pc:docMk/>
            <pc:sldMk cId="3276583338" sldId="270"/>
            <ac:spMk id="3" creationId="{14FEBB61-3D36-0D37-5948-8D0509A0724B}"/>
          </ac:spMkLst>
        </pc:spChg>
        <pc:picChg chg="add mod ord">
          <ac:chgData name="Beshani Weralupitiya (RIT Student)" userId="3f91b735-1066-45c1-91e2-086dcd157ec1" providerId="ADAL" clId="{7C24992E-7906-470A-9696-5C9B64F0E96D}" dt="2024-04-18T02:02:56.935" v="342" actId="1076"/>
          <ac:picMkLst>
            <pc:docMk/>
            <pc:sldMk cId="3276583338" sldId="270"/>
            <ac:picMk id="6" creationId="{9BCBA72C-F15B-FD99-684B-2B9E37F148A5}"/>
          </ac:picMkLst>
        </pc:picChg>
      </pc:sldChg>
      <pc:sldChg chg="del">
        <pc:chgData name="Beshani Weralupitiya (RIT Student)" userId="3f91b735-1066-45c1-91e2-086dcd157ec1" providerId="ADAL" clId="{7C24992E-7906-470A-9696-5C9B64F0E96D}" dt="2024-04-17T22:16:29.942" v="1" actId="47"/>
        <pc:sldMkLst>
          <pc:docMk/>
          <pc:sldMk cId="3536742247" sldId="270"/>
        </pc:sldMkLst>
      </pc:sldChg>
      <pc:sldChg chg="modSp new mod">
        <pc:chgData name="Beshani Weralupitiya (RIT Student)" userId="3f91b735-1066-45c1-91e2-086dcd157ec1" providerId="ADAL" clId="{7C24992E-7906-470A-9696-5C9B64F0E96D}" dt="2024-04-18T02:04:55.612" v="371"/>
        <pc:sldMkLst>
          <pc:docMk/>
          <pc:sldMk cId="1869626608" sldId="271"/>
        </pc:sldMkLst>
        <pc:spChg chg="mod">
          <ac:chgData name="Beshani Weralupitiya (RIT Student)" userId="3f91b735-1066-45c1-91e2-086dcd157ec1" providerId="ADAL" clId="{7C24992E-7906-470A-9696-5C9B64F0E96D}" dt="2024-04-18T02:04:53.993" v="370" actId="20577"/>
          <ac:spMkLst>
            <pc:docMk/>
            <pc:sldMk cId="1869626608" sldId="271"/>
            <ac:spMk id="2" creationId="{D8610667-8EA4-D650-B4B0-63E893A8F638}"/>
          </ac:spMkLst>
        </pc:spChg>
        <pc:spChg chg="mod">
          <ac:chgData name="Beshani Weralupitiya (RIT Student)" userId="3f91b735-1066-45c1-91e2-086dcd157ec1" providerId="ADAL" clId="{7C24992E-7906-470A-9696-5C9B64F0E96D}" dt="2024-04-18T02:04:55.612" v="371"/>
          <ac:spMkLst>
            <pc:docMk/>
            <pc:sldMk cId="1869626608" sldId="271"/>
            <ac:spMk id="3" creationId="{483CCFEC-2887-9359-375E-6C9905B3E212}"/>
          </ac:spMkLst>
        </pc:spChg>
      </pc:sldChg>
      <pc:sldChg chg="del">
        <pc:chgData name="Beshani Weralupitiya (RIT Student)" userId="3f91b735-1066-45c1-91e2-086dcd157ec1" providerId="ADAL" clId="{7C24992E-7906-470A-9696-5C9B64F0E96D}" dt="2024-04-17T22:16:30.302" v="2" actId="47"/>
        <pc:sldMkLst>
          <pc:docMk/>
          <pc:sldMk cId="3431899023" sldId="271"/>
        </pc:sldMkLst>
      </pc:sldChg>
      <pc:sldChg chg="del">
        <pc:chgData name="Beshani Weralupitiya (RIT Student)" userId="3f91b735-1066-45c1-91e2-086dcd157ec1" providerId="ADAL" clId="{7C24992E-7906-470A-9696-5C9B64F0E96D}" dt="2024-04-17T22:16:30.560" v="3" actId="47"/>
        <pc:sldMkLst>
          <pc:docMk/>
          <pc:sldMk cId="3456953716" sldId="272"/>
        </pc:sldMkLst>
      </pc:sldChg>
      <pc:sldChg chg="del">
        <pc:chgData name="Beshani Weralupitiya (RIT Student)" userId="3f91b735-1066-45c1-91e2-086dcd157ec1" providerId="ADAL" clId="{7C24992E-7906-470A-9696-5C9B64F0E96D}" dt="2024-04-17T22:16:30.710" v="4" actId="47"/>
        <pc:sldMkLst>
          <pc:docMk/>
          <pc:sldMk cId="3073057381" sldId="273"/>
        </pc:sldMkLst>
      </pc:sldChg>
      <pc:sldChg chg="del">
        <pc:chgData name="Beshani Weralupitiya (RIT Student)" userId="3f91b735-1066-45c1-91e2-086dcd157ec1" providerId="ADAL" clId="{7C24992E-7906-470A-9696-5C9B64F0E96D}" dt="2024-04-17T22:16:31.650" v="6" actId="47"/>
        <pc:sldMkLst>
          <pc:docMk/>
          <pc:sldMk cId="1001366057" sldId="274"/>
        </pc:sldMkLst>
      </pc:sldChg>
      <pc:sldChg chg="del">
        <pc:chgData name="Beshani Weralupitiya (RIT Student)" userId="3f91b735-1066-45c1-91e2-086dcd157ec1" providerId="ADAL" clId="{7C24992E-7906-470A-9696-5C9B64F0E96D}" dt="2024-04-17T22:16:31.836" v="7" actId="47"/>
        <pc:sldMkLst>
          <pc:docMk/>
          <pc:sldMk cId="701895282" sldId="275"/>
        </pc:sldMkLst>
      </pc:sldChg>
      <pc:sldChg chg="del">
        <pc:chgData name="Beshani Weralupitiya (RIT Student)" userId="3f91b735-1066-45c1-91e2-086dcd157ec1" providerId="ADAL" clId="{7C24992E-7906-470A-9696-5C9B64F0E96D}" dt="2024-04-17T22:16:32.019" v="8" actId="47"/>
        <pc:sldMkLst>
          <pc:docMk/>
          <pc:sldMk cId="3474764795" sldId="276"/>
        </pc:sldMkLst>
      </pc:sldChg>
      <pc:sldChg chg="del">
        <pc:chgData name="Beshani Weralupitiya (RIT Student)" userId="3f91b735-1066-45c1-91e2-086dcd157ec1" providerId="ADAL" clId="{7C24992E-7906-470A-9696-5C9B64F0E96D}" dt="2024-04-17T22:16:32.185" v="9" actId="47"/>
        <pc:sldMkLst>
          <pc:docMk/>
          <pc:sldMk cId="3818626232" sldId="277"/>
        </pc:sldMkLst>
      </pc:sldChg>
      <pc:sldChg chg="del">
        <pc:chgData name="Beshani Weralupitiya (RIT Student)" userId="3f91b735-1066-45c1-91e2-086dcd157ec1" providerId="ADAL" clId="{7C24992E-7906-470A-9696-5C9B64F0E96D}" dt="2024-04-17T22:16:32.351" v="10" actId="47"/>
        <pc:sldMkLst>
          <pc:docMk/>
          <pc:sldMk cId="3473259125" sldId="278"/>
        </pc:sldMkLst>
      </pc:sldChg>
      <pc:sldChg chg="del">
        <pc:chgData name="Beshani Weralupitiya (RIT Student)" userId="3f91b735-1066-45c1-91e2-086dcd157ec1" providerId="ADAL" clId="{7C24992E-7906-470A-9696-5C9B64F0E96D}" dt="2024-04-17T22:16:32.524" v="11" actId="47"/>
        <pc:sldMkLst>
          <pc:docMk/>
          <pc:sldMk cId="3847358462" sldId="27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800F0E4-9F0E-5111-D895-52958FE768B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822950F-0CC6-276E-595E-A505879CCC5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DAAAD8A-8B50-45F5-BE22-68D8317E7704}" type="datetimeFigureOut">
              <a:rPr lang="en-US" smtClean="0"/>
              <a:t>5/3/2024</a:t>
            </a:fld>
            <a:endParaRPr lang="en-US"/>
          </a:p>
        </p:txBody>
      </p:sp>
      <p:sp>
        <p:nvSpPr>
          <p:cNvPr id="4" name="Footer Placeholder 3">
            <a:extLst>
              <a:ext uri="{FF2B5EF4-FFF2-40B4-BE49-F238E27FC236}">
                <a16:creationId xmlns:a16="http://schemas.microsoft.com/office/drawing/2014/main" id="{44E54700-E6D4-D4E6-9B8E-048DBF15AA5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F8311AA-F23C-37A3-13F0-0A2955BF9F1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A98AA3A-5A37-4D06-B394-4B609BD665E5}" type="slidenum">
              <a:rPr lang="en-US" smtClean="0"/>
              <a:t>‹#›</a:t>
            </a:fld>
            <a:endParaRPr lang="en-US"/>
          </a:p>
        </p:txBody>
      </p:sp>
    </p:spTree>
    <p:extLst>
      <p:ext uri="{BB962C8B-B14F-4D97-AF65-F5344CB8AC3E}">
        <p14:creationId xmlns:p14="http://schemas.microsoft.com/office/powerpoint/2010/main" val="324043963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2154F0-28B3-4F24-BE02-969258EF1031}" type="datetimeFigureOut">
              <a:rPr lang="en-US" smtClean="0"/>
              <a:t>5/3/2024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E6A90D-3C7D-4F26-A028-3CF4C6FA8274}" type="slidenum">
              <a:rPr lang="en-US" smtClean="0"/>
              <a:t>‹#›</a:t>
            </a:fld>
            <a:endParaRPr lang="en-US"/>
          </a:p>
        </p:txBody>
      </p:sp>
    </p:spTree>
    <p:extLst>
      <p:ext uri="{BB962C8B-B14F-4D97-AF65-F5344CB8AC3E}">
        <p14:creationId xmlns:p14="http://schemas.microsoft.com/office/powerpoint/2010/main" val="11501407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E6A90D-3C7D-4F26-A028-3CF4C6FA8274}" type="slidenum">
              <a:rPr lang="en-US" smtClean="0"/>
              <a:t>1</a:t>
            </a:fld>
            <a:endParaRPr lang="en-US"/>
          </a:p>
        </p:txBody>
      </p:sp>
    </p:spTree>
    <p:extLst>
      <p:ext uri="{BB962C8B-B14F-4D97-AF65-F5344CB8AC3E}">
        <p14:creationId xmlns:p14="http://schemas.microsoft.com/office/powerpoint/2010/main" val="1319007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US" sz="1200" dirty="0">
              <a:solidFill>
                <a:schemeClr val="tx1"/>
              </a:solidFill>
              <a:latin typeface="+mn-lt"/>
            </a:endParaRPr>
          </a:p>
        </p:txBody>
      </p:sp>
      <p:sp>
        <p:nvSpPr>
          <p:cNvPr id="4" name="Slide Number Placeholder 3"/>
          <p:cNvSpPr>
            <a:spLocks noGrp="1"/>
          </p:cNvSpPr>
          <p:nvPr>
            <p:ph type="sldNum" sz="quarter" idx="5"/>
          </p:nvPr>
        </p:nvSpPr>
        <p:spPr/>
        <p:txBody>
          <a:bodyPr/>
          <a:lstStyle/>
          <a:p>
            <a:fld id="{5DE6A90D-3C7D-4F26-A028-3CF4C6FA8274}" type="slidenum">
              <a:rPr lang="en-US" smtClean="0"/>
              <a:t>2</a:t>
            </a:fld>
            <a:endParaRPr lang="en-US"/>
          </a:p>
        </p:txBody>
      </p:sp>
    </p:spTree>
    <p:extLst>
      <p:ext uri="{BB962C8B-B14F-4D97-AF65-F5344CB8AC3E}">
        <p14:creationId xmlns:p14="http://schemas.microsoft.com/office/powerpoint/2010/main" val="1133203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DE6A90D-3C7D-4F26-A028-3CF4C6FA8274}" type="slidenum">
              <a:rPr lang="en-US" smtClean="0"/>
              <a:t>6</a:t>
            </a:fld>
            <a:endParaRPr lang="en-US"/>
          </a:p>
        </p:txBody>
      </p:sp>
    </p:spTree>
    <p:extLst>
      <p:ext uri="{BB962C8B-B14F-4D97-AF65-F5344CB8AC3E}">
        <p14:creationId xmlns:p14="http://schemas.microsoft.com/office/powerpoint/2010/main" val="2948507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D3B3C7E-BC2D-4436-8B03-AC421FA66787}"/>
              </a:ext>
            </a:extLst>
          </p:cNvPr>
          <p:cNvSpPr/>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66887E-4265-46F7-9DE0-605FFFC90761}"/>
              </a:ext>
            </a:extLst>
          </p:cNvPr>
          <p:cNvSpPr>
            <a:spLocks noGrp="1"/>
          </p:cNvSpPr>
          <p:nvPr>
            <p:ph type="ctrTitle" hasCustomPrompt="1"/>
          </p:nvPr>
        </p:nvSpPr>
        <p:spPr>
          <a:xfrm>
            <a:off x="2035130" y="1066800"/>
            <a:ext cx="8112369" cy="2073119"/>
          </a:xfrm>
        </p:spPr>
        <p:txBody>
          <a:bodyPr anchor="b">
            <a:normAutofit/>
          </a:bodyPr>
          <a:lstStyle>
            <a:lvl1pPr algn="ctr">
              <a:lnSpc>
                <a:spcPct val="110000"/>
              </a:lnSpc>
              <a:defRPr sz="2800" cap="all" spc="390" baseline="0"/>
            </a:lvl1pPr>
          </a:lstStyle>
          <a:p>
            <a:r>
              <a:rPr lang="en-US" dirty="0"/>
              <a:t>CLICK TO EDIT MASTER TITLE STYLE</a:t>
            </a:r>
          </a:p>
        </p:txBody>
      </p:sp>
      <p:sp>
        <p:nvSpPr>
          <p:cNvPr id="3" name="Subtitle 2">
            <a:extLst>
              <a:ext uri="{FF2B5EF4-FFF2-40B4-BE49-F238E27FC236}">
                <a16:creationId xmlns:a16="http://schemas.microsoft.com/office/drawing/2014/main" id="{7EDB1A74-54F5-45CA-8922-87FFD57515D4}"/>
              </a:ext>
            </a:extLst>
          </p:cNvPr>
          <p:cNvSpPr>
            <a:spLocks noGrp="1"/>
          </p:cNvSpPr>
          <p:nvPr>
            <p:ph type="subTitle" idx="1"/>
          </p:nvPr>
        </p:nvSpPr>
        <p:spPr>
          <a:xfrm>
            <a:off x="2175804" y="4876802"/>
            <a:ext cx="7821637" cy="1028697"/>
          </a:xfrm>
        </p:spPr>
        <p:txBody>
          <a:bodyPr>
            <a:normAutofit/>
          </a:bodyPr>
          <a:lstStyle>
            <a:lvl1pPr marL="0" indent="0" algn="ct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0B6BE6EF-9D0F-4ABF-B92C-E967FE3F16CF}"/>
              </a:ext>
            </a:extLst>
          </p:cNvPr>
          <p:cNvSpPr>
            <a:spLocks noGrp="1"/>
          </p:cNvSpPr>
          <p:nvPr>
            <p:ph type="dt" sz="half" idx="10"/>
          </p:nvPr>
        </p:nvSpPr>
        <p:spPr/>
        <p:txBody>
          <a:bodyPr/>
          <a:lstStyle/>
          <a:p>
            <a:fld id="{27E5AD71-CF0B-496C-91E0-EBA63D90260F}" type="datetime1">
              <a:rPr lang="en-US" smtClean="0"/>
              <a:t>5/3/2024</a:t>
            </a:fld>
            <a:endParaRPr lang="en-US"/>
          </a:p>
        </p:txBody>
      </p:sp>
      <p:sp>
        <p:nvSpPr>
          <p:cNvPr id="5" name="Footer Placeholder 4">
            <a:extLst>
              <a:ext uri="{FF2B5EF4-FFF2-40B4-BE49-F238E27FC236}">
                <a16:creationId xmlns:a16="http://schemas.microsoft.com/office/drawing/2014/main" id="{4E4AB150-954C-4F02-89AC-DA7163D75C39}"/>
              </a:ext>
            </a:extLst>
          </p:cNvPr>
          <p:cNvSpPr>
            <a:spLocks noGrp="1"/>
          </p:cNvSpPr>
          <p:nvPr>
            <p:ph type="ftr" sz="quarter" idx="11"/>
          </p:nvPr>
        </p:nvSpPr>
        <p:spPr>
          <a:xfrm>
            <a:off x="7279965" y="6245352"/>
            <a:ext cx="4114800" cy="365125"/>
          </a:xfrm>
        </p:spPr>
        <p:txBody>
          <a:bodyPr/>
          <a:lstStyle/>
          <a:p>
            <a:endParaRPr lang="en-US"/>
          </a:p>
        </p:txBody>
      </p:sp>
      <p:sp>
        <p:nvSpPr>
          <p:cNvPr id="6" name="Slide Number Placeholder 5">
            <a:extLst>
              <a:ext uri="{FF2B5EF4-FFF2-40B4-BE49-F238E27FC236}">
                <a16:creationId xmlns:a16="http://schemas.microsoft.com/office/drawing/2014/main" id="{E8E16270-CBD7-4ACC-BFC5-9CADE7226688}"/>
              </a:ext>
            </a:extLst>
          </p:cNvPr>
          <p:cNvSpPr>
            <a:spLocks noGrp="1"/>
          </p:cNvSpPr>
          <p:nvPr>
            <p:ph type="sldNum" sz="quarter" idx="12"/>
          </p:nvPr>
        </p:nvSpPr>
        <p:spPr/>
        <p:txBody>
          <a:bodyPr/>
          <a:lstStyle/>
          <a:p>
            <a:fld id="{19590046-DA73-4BBF-84B5-C08E6F75191A}" type="slidenum">
              <a:rPr lang="en-US" smtClean="0"/>
              <a:t>‹#›</a:t>
            </a:fld>
            <a:endParaRPr lang="en-US"/>
          </a:p>
        </p:txBody>
      </p:sp>
      <p:grpSp>
        <p:nvGrpSpPr>
          <p:cNvPr id="7" name="Group 6">
            <a:extLst>
              <a:ext uri="{FF2B5EF4-FFF2-40B4-BE49-F238E27FC236}">
                <a16:creationId xmlns:a16="http://schemas.microsoft.com/office/drawing/2014/main" id="{79B5D0C1-066E-4C02-A6B8-59FAE4A19724}"/>
              </a:ext>
            </a:extLst>
          </p:cNvPr>
          <p:cNvGrpSpPr/>
          <p:nvPr/>
        </p:nvGrpSpPr>
        <p:grpSpPr>
          <a:xfrm>
            <a:off x="5662258" y="4240546"/>
            <a:ext cx="867485" cy="115439"/>
            <a:chOff x="8910933" y="1861308"/>
            <a:chExt cx="867485" cy="115439"/>
          </a:xfrm>
        </p:grpSpPr>
        <p:sp>
          <p:nvSpPr>
            <p:cNvPr id="8" name="Rectangle 7">
              <a:extLst>
                <a:ext uri="{FF2B5EF4-FFF2-40B4-BE49-F238E27FC236}">
                  <a16:creationId xmlns:a16="http://schemas.microsoft.com/office/drawing/2014/main" id="{D4386904-AFDC-449E-8D1B-906B305EBDA7}"/>
                </a:ext>
              </a:extLst>
            </p:cNvPr>
            <p:cNvSpPr/>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9" name="Straight Connector 8">
              <a:extLst>
                <a:ext uri="{FF2B5EF4-FFF2-40B4-BE49-F238E27FC236}">
                  <a16:creationId xmlns:a16="http://schemas.microsoft.com/office/drawing/2014/main" id="{F70778F2-11E8-428C-8324-479CA9D6FE92}"/>
                </a:ext>
              </a:extLst>
            </p:cNvPr>
            <p:cNvCxnSpPr/>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A0BE89E-CB2D-48BA-A8D2-533FAAAA725F}"/>
                </a:ext>
              </a:extLst>
            </p:cNvPr>
            <p:cNvCxnSpPr/>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95832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2DC87-4B97-4A7C-BC4C-6E772456161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4B59FD9-57FD-4ABA-9FCD-7954052534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7BD40E-B0AA-47B8-900F-488A8AEC1BC2}"/>
              </a:ext>
            </a:extLst>
          </p:cNvPr>
          <p:cNvSpPr>
            <a:spLocks noGrp="1"/>
          </p:cNvSpPr>
          <p:nvPr>
            <p:ph type="dt" sz="half" idx="10"/>
          </p:nvPr>
        </p:nvSpPr>
        <p:spPr/>
        <p:txBody>
          <a:bodyPr/>
          <a:lstStyle/>
          <a:p>
            <a:fld id="{1F8E73D7-BD6F-4AA7-8038-9B081B048C90}" type="datetime1">
              <a:rPr lang="en-US" smtClean="0"/>
              <a:t>5/3/2024</a:t>
            </a:fld>
            <a:endParaRPr lang="en-US"/>
          </a:p>
        </p:txBody>
      </p:sp>
      <p:sp>
        <p:nvSpPr>
          <p:cNvPr id="5" name="Footer Placeholder 4">
            <a:extLst>
              <a:ext uri="{FF2B5EF4-FFF2-40B4-BE49-F238E27FC236}">
                <a16:creationId xmlns:a16="http://schemas.microsoft.com/office/drawing/2014/main" id="{865E623C-1E35-4485-A5B4-A71969BE70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5C6BB9-EF4F-465E-985B-34521F68C583}"/>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194904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87F5577-D71B-4279-B07A-62F703E5D1DC}"/>
              </a:ext>
            </a:extLst>
          </p:cNvPr>
          <p:cNvSpPr>
            <a:spLocks noGrp="1"/>
          </p:cNvSpPr>
          <p:nvPr>
            <p:ph type="dt" sz="half" idx="10"/>
          </p:nvPr>
        </p:nvSpPr>
        <p:spPr/>
        <p:txBody>
          <a:bodyPr/>
          <a:lstStyle/>
          <a:p>
            <a:fld id="{F07FA5A2-33BA-4B0F-95E2-2FB8615E67C6}" type="datetime1">
              <a:rPr lang="en-US" smtClean="0"/>
              <a:t>5/3/2024</a:t>
            </a:fld>
            <a:endParaRPr lang="en-US"/>
          </a:p>
        </p:txBody>
      </p:sp>
      <p:sp>
        <p:nvSpPr>
          <p:cNvPr id="5" name="Footer Placeholder 4">
            <a:extLst>
              <a:ext uri="{FF2B5EF4-FFF2-40B4-BE49-F238E27FC236}">
                <a16:creationId xmlns:a16="http://schemas.microsoft.com/office/drawing/2014/main" id="{F648367D-C35C-4023-BEBE-F834D033B0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BFCF8A-B8C6-496A-98A5-BBB52DB70F16}"/>
              </a:ext>
            </a:extLst>
          </p:cNvPr>
          <p:cNvSpPr>
            <a:spLocks noGrp="1"/>
          </p:cNvSpPr>
          <p:nvPr>
            <p:ph type="sldNum" sz="quarter" idx="12"/>
          </p:nvPr>
        </p:nvSpPr>
        <p:spPr/>
        <p:txBody>
          <a:bodyPr/>
          <a:lstStyle/>
          <a:p>
            <a:fld id="{19590046-DA73-4BBF-84B5-C08E6F75191A}" type="slidenum">
              <a:rPr lang="en-US" smtClean="0"/>
              <a:t>‹#›</a:t>
            </a:fld>
            <a:endParaRPr lang="en-US"/>
          </a:p>
        </p:txBody>
      </p:sp>
      <p:sp>
        <p:nvSpPr>
          <p:cNvPr id="11" name="Rectangle 5">
            <a:extLst>
              <a:ext uri="{FF2B5EF4-FFF2-40B4-BE49-F238E27FC236}">
                <a16:creationId xmlns:a16="http://schemas.microsoft.com/office/drawing/2014/main" id="{CDE45C10-227D-42DF-A888-EEFD3784FA8E}"/>
              </a:ext>
              <a:ext uri="{C183D7F6-B498-43B3-948B-1728B52AA6E4}">
                <adec:decorative xmlns:adec="http://schemas.microsoft.com/office/drawing/2017/decorative" val="1"/>
              </a:ext>
            </a:extLst>
          </p:cNvPr>
          <p:cNvSpPr/>
          <p:nvPr/>
        </p:nvSpPr>
        <p:spPr>
          <a:xfrm>
            <a:off x="723900" y="750338"/>
            <a:ext cx="4580642" cy="5494694"/>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6096000 w 6096000"/>
              <a:gd name="connsiteY2" fmla="*/ 6858000 h 6858000"/>
              <a:gd name="connsiteX3" fmla="*/ 3058886 w 6096000"/>
              <a:gd name="connsiteY3" fmla="*/ 6858000 h 6858000"/>
              <a:gd name="connsiteX4" fmla="*/ 0 w 6096000"/>
              <a:gd name="connsiteY4" fmla="*/ 6858000 h 6858000"/>
              <a:gd name="connsiteX5" fmla="*/ 0 w 6096000"/>
              <a:gd name="connsiteY5" fmla="*/ 0 h 6858000"/>
              <a:gd name="connsiteX0" fmla="*/ 0 w 6096000"/>
              <a:gd name="connsiteY0" fmla="*/ 0 h 6858000"/>
              <a:gd name="connsiteX1" fmla="*/ 6096000 w 6096000"/>
              <a:gd name="connsiteY1" fmla="*/ 0 h 6858000"/>
              <a:gd name="connsiteX2" fmla="*/ 6096000 w 6096000"/>
              <a:gd name="connsiteY2" fmla="*/ 6858000 h 6858000"/>
              <a:gd name="connsiteX3" fmla="*/ 3037115 w 6096000"/>
              <a:gd name="connsiteY3" fmla="*/ 5889172 h 6858000"/>
              <a:gd name="connsiteX4" fmla="*/ 0 w 6096000"/>
              <a:gd name="connsiteY4" fmla="*/ 6858000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6096000" y="0"/>
                </a:lnTo>
                <a:lnTo>
                  <a:pt x="6096000" y="6858000"/>
                </a:lnTo>
                <a:lnTo>
                  <a:pt x="3037115" y="5889172"/>
                </a:lnTo>
                <a:lnTo>
                  <a:pt x="0" y="6858000"/>
                </a:lnTo>
                <a:lnTo>
                  <a:pt x="0" y="0"/>
                </a:lnTo>
                <a:close/>
              </a:path>
            </a:pathLst>
          </a:custGeom>
          <a:solidFill>
            <a:schemeClr val="bg2">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DA214944-8898-48BC-AE6F-065DA7BBB8E8}"/>
              </a:ext>
              <a:ext uri="{C183D7F6-B498-43B3-948B-1728B52AA6E4}">
                <adec:decorative xmlns:adec="http://schemas.microsoft.com/office/drawing/2017/decorative" val="1"/>
              </a:ext>
            </a:extLst>
          </p:cNvPr>
          <p:cNvGrpSpPr/>
          <p:nvPr/>
        </p:nvGrpSpPr>
        <p:grpSpPr>
          <a:xfrm>
            <a:off x="2580478" y="4714704"/>
            <a:ext cx="867485" cy="115439"/>
            <a:chOff x="8910933" y="1861308"/>
            <a:chExt cx="867485" cy="115439"/>
          </a:xfrm>
        </p:grpSpPr>
        <p:sp>
          <p:nvSpPr>
            <p:cNvPr id="8" name="Rectangle 7">
              <a:extLst>
                <a:ext uri="{FF2B5EF4-FFF2-40B4-BE49-F238E27FC236}">
                  <a16:creationId xmlns:a16="http://schemas.microsoft.com/office/drawing/2014/main" id="{B94B3AAB-30C4-441D-B481-D253F8325953}"/>
                </a:ext>
              </a:extLst>
            </p:cNvPr>
            <p:cNvSpPr/>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9" name="Straight Connector 8">
              <a:extLst>
                <a:ext uri="{FF2B5EF4-FFF2-40B4-BE49-F238E27FC236}">
                  <a16:creationId xmlns:a16="http://schemas.microsoft.com/office/drawing/2014/main" id="{FDCB6176-5585-40BC-BC9C-CA625F989F1B}"/>
                </a:ext>
              </a:extLst>
            </p:cNvPr>
            <p:cNvCxnSpPr/>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7C4F1D9-97D8-43DD-A319-C56367F97FCE}"/>
                </a:ext>
              </a:extLst>
            </p:cNvPr>
            <p:cNvCxnSpPr/>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25E64ED-B373-4866-B5A2-E805D3168BBB}"/>
              </a:ext>
            </a:extLst>
          </p:cNvPr>
          <p:cNvSpPr>
            <a:spLocks noGrp="1"/>
          </p:cNvSpPr>
          <p:nvPr>
            <p:ph type="title"/>
          </p:nvPr>
        </p:nvSpPr>
        <p:spPr>
          <a:xfrm>
            <a:off x="1151291" y="1274475"/>
            <a:ext cx="3761832" cy="2823913"/>
          </a:xfrm>
        </p:spPr>
        <p:txBody>
          <a:bodyPr anchor="b">
            <a:normAutofit/>
          </a:bodyPr>
          <a:lstStyle>
            <a:lvl1pPr algn="ctr">
              <a:defRPr sz="3200" cap="all" spc="600" baseline="0"/>
            </a:lvl1pPr>
          </a:lstStyle>
          <a:p>
            <a:r>
              <a:rPr lang="en-US" dirty="0"/>
              <a:t>Click to edit Master title style</a:t>
            </a:r>
          </a:p>
        </p:txBody>
      </p:sp>
      <p:sp>
        <p:nvSpPr>
          <p:cNvPr id="3" name="Text Placeholder 2">
            <a:extLst>
              <a:ext uri="{FF2B5EF4-FFF2-40B4-BE49-F238E27FC236}">
                <a16:creationId xmlns:a16="http://schemas.microsoft.com/office/drawing/2014/main" id="{AB6D6168-DDAE-41B2-A0D5-42185A2D028C}"/>
              </a:ext>
            </a:extLst>
          </p:cNvPr>
          <p:cNvSpPr>
            <a:spLocks noGrp="1"/>
          </p:cNvSpPr>
          <p:nvPr>
            <p:ph type="body" idx="1"/>
          </p:nvPr>
        </p:nvSpPr>
        <p:spPr>
          <a:xfrm>
            <a:off x="6556756" y="2730304"/>
            <a:ext cx="4383030" cy="1397390"/>
          </a:xfrm>
        </p:spPr>
        <p:txBody>
          <a:bodyPr anchor="ctr">
            <a:normAutofit/>
          </a:bodyPr>
          <a:lstStyle>
            <a:lvl1pPr marL="0" indent="0" algn="ctr">
              <a:buNone/>
              <a:defRPr sz="20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1893124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825EB-71EE-41B3-89D2-47A0C7C35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662F7D-C4AD-4BD4-AAC8-F0223EE4A38B}"/>
              </a:ext>
            </a:extLst>
          </p:cNvPr>
          <p:cNvSpPr>
            <a:spLocks noGrp="1"/>
          </p:cNvSpPr>
          <p:nvPr>
            <p:ph sz="half" idx="1"/>
          </p:nvPr>
        </p:nvSpPr>
        <p:spPr>
          <a:xfrm>
            <a:off x="1037305" y="2155369"/>
            <a:ext cx="4953000" cy="399832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9D0FB088-28C6-4667-8DF2-0DE32AE3EC30}"/>
              </a:ext>
            </a:extLst>
          </p:cNvPr>
          <p:cNvSpPr>
            <a:spLocks noGrp="1"/>
          </p:cNvSpPr>
          <p:nvPr>
            <p:ph sz="half" idx="2"/>
          </p:nvPr>
        </p:nvSpPr>
        <p:spPr>
          <a:xfrm>
            <a:off x="6172200" y="2155369"/>
            <a:ext cx="4953000" cy="39983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36095F-AE34-4E94-B722-E3A1205AEEDC}"/>
              </a:ext>
            </a:extLst>
          </p:cNvPr>
          <p:cNvSpPr>
            <a:spLocks noGrp="1"/>
          </p:cNvSpPr>
          <p:nvPr>
            <p:ph type="dt" sz="half" idx="10"/>
          </p:nvPr>
        </p:nvSpPr>
        <p:spPr/>
        <p:txBody>
          <a:bodyPr/>
          <a:lstStyle/>
          <a:p>
            <a:fld id="{7DC7D76C-63D2-4D29-82C9-7340CAEEB8B4}" type="datetime1">
              <a:rPr lang="en-US" smtClean="0"/>
              <a:t>5/3/2024</a:t>
            </a:fld>
            <a:endParaRPr lang="en-US"/>
          </a:p>
        </p:txBody>
      </p:sp>
      <p:sp>
        <p:nvSpPr>
          <p:cNvPr id="6" name="Footer Placeholder 5">
            <a:extLst>
              <a:ext uri="{FF2B5EF4-FFF2-40B4-BE49-F238E27FC236}">
                <a16:creationId xmlns:a16="http://schemas.microsoft.com/office/drawing/2014/main" id="{6E06A8E6-BD94-48EA-8F35-DA0DF910AC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478AEF-56B8-49F5-81E8-663B1FFA073B}"/>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406576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F873F-001F-4254-97F3-05329E6A7B67}"/>
              </a:ext>
            </a:extLst>
          </p:cNvPr>
          <p:cNvSpPr>
            <a:spLocks noGrp="1"/>
          </p:cNvSpPr>
          <p:nvPr>
            <p:ph type="title"/>
          </p:nvPr>
        </p:nvSpPr>
        <p:spPr>
          <a:xfrm>
            <a:off x="1028700" y="555171"/>
            <a:ext cx="10134600" cy="1135517"/>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4A37B575-060F-4296-A28A-93DA109F96F5}"/>
              </a:ext>
            </a:extLst>
          </p:cNvPr>
          <p:cNvSpPr>
            <a:spLocks noGrp="1"/>
          </p:cNvSpPr>
          <p:nvPr>
            <p:ph type="body" idx="1"/>
          </p:nvPr>
        </p:nvSpPr>
        <p:spPr>
          <a:xfrm>
            <a:off x="1037306" y="1801620"/>
            <a:ext cx="4849036" cy="814387"/>
          </a:xfrm>
        </p:spPr>
        <p:txBody>
          <a:bodyPr anchor="b">
            <a:normAutofit/>
          </a:bodyPr>
          <a:lstStyle>
            <a:lvl1pPr marL="0" indent="0">
              <a:buNone/>
              <a:defRPr sz="18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BA581A51-F4D1-4A02-9918-C416F820B646}"/>
              </a:ext>
            </a:extLst>
          </p:cNvPr>
          <p:cNvSpPr>
            <a:spLocks noGrp="1"/>
          </p:cNvSpPr>
          <p:nvPr>
            <p:ph sz="half" idx="2"/>
          </p:nvPr>
        </p:nvSpPr>
        <p:spPr>
          <a:xfrm>
            <a:off x="1037306" y="2619103"/>
            <a:ext cx="4849036" cy="351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2916D0-3DFE-455D-9888-3FDEFD3DE0CD}"/>
              </a:ext>
            </a:extLst>
          </p:cNvPr>
          <p:cNvSpPr>
            <a:spLocks noGrp="1"/>
          </p:cNvSpPr>
          <p:nvPr>
            <p:ph type="body" sz="quarter" idx="3"/>
          </p:nvPr>
        </p:nvSpPr>
        <p:spPr>
          <a:xfrm>
            <a:off x="6250108" y="1801620"/>
            <a:ext cx="4904585" cy="814387"/>
          </a:xfrm>
        </p:spPr>
        <p:txBody>
          <a:bodyPr anchor="b">
            <a:normAutofit/>
          </a:bodyPr>
          <a:lstStyle>
            <a:lvl1pPr marL="0" indent="0">
              <a:buNone/>
              <a:defRPr sz="18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F093D763-0643-4A48-8007-93391C59F6D5}"/>
              </a:ext>
            </a:extLst>
          </p:cNvPr>
          <p:cNvSpPr>
            <a:spLocks noGrp="1"/>
          </p:cNvSpPr>
          <p:nvPr>
            <p:ph sz="quarter" idx="4"/>
          </p:nvPr>
        </p:nvSpPr>
        <p:spPr>
          <a:xfrm>
            <a:off x="6250108" y="2619103"/>
            <a:ext cx="4904585" cy="351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9A2D07B-3A5D-41C2-83B8-BD1AD6522CAD}"/>
              </a:ext>
            </a:extLst>
          </p:cNvPr>
          <p:cNvSpPr>
            <a:spLocks noGrp="1"/>
          </p:cNvSpPr>
          <p:nvPr>
            <p:ph type="dt" sz="half" idx="10"/>
          </p:nvPr>
        </p:nvSpPr>
        <p:spPr/>
        <p:txBody>
          <a:bodyPr/>
          <a:lstStyle/>
          <a:p>
            <a:fld id="{EC71D33C-3D9B-491D-8B19-8B0D6AF65878}" type="datetime1">
              <a:rPr lang="en-US" smtClean="0"/>
              <a:t>5/3/2024</a:t>
            </a:fld>
            <a:endParaRPr lang="en-US"/>
          </a:p>
        </p:txBody>
      </p:sp>
      <p:sp>
        <p:nvSpPr>
          <p:cNvPr id="8" name="Footer Placeholder 7">
            <a:extLst>
              <a:ext uri="{FF2B5EF4-FFF2-40B4-BE49-F238E27FC236}">
                <a16:creationId xmlns:a16="http://schemas.microsoft.com/office/drawing/2014/main" id="{0E2C1367-FE5A-4CDD-B85B-724FFFE5B5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92F244-23EB-4E1A-B74F-77F23F87978D}"/>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262566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76C0A-BEF4-4DE4-A9D2-C60298FC7F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67C0AC-3C98-4D68-AE72-CFFA1638CC02}"/>
              </a:ext>
            </a:extLst>
          </p:cNvPr>
          <p:cNvSpPr>
            <a:spLocks noGrp="1"/>
          </p:cNvSpPr>
          <p:nvPr>
            <p:ph type="dt" sz="half" idx="10"/>
          </p:nvPr>
        </p:nvSpPr>
        <p:spPr/>
        <p:txBody>
          <a:bodyPr/>
          <a:lstStyle/>
          <a:p>
            <a:fld id="{7C2EF2BA-49C9-4AB8-A39A-13E73E2BBF4A}" type="datetime1">
              <a:rPr lang="en-US" smtClean="0"/>
              <a:t>5/3/2024</a:t>
            </a:fld>
            <a:endParaRPr lang="en-US"/>
          </a:p>
        </p:txBody>
      </p:sp>
      <p:sp>
        <p:nvSpPr>
          <p:cNvPr id="4" name="Footer Placeholder 3">
            <a:extLst>
              <a:ext uri="{FF2B5EF4-FFF2-40B4-BE49-F238E27FC236}">
                <a16:creationId xmlns:a16="http://schemas.microsoft.com/office/drawing/2014/main" id="{FEA7722A-E2E4-45D2-8A20-4853ED6837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6B9201-B20B-4412-B745-F2F6A91487E8}"/>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139539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C4889A-9ABE-4409-BAD8-F84C36C1FA09}"/>
              </a:ext>
            </a:extLst>
          </p:cNvPr>
          <p:cNvSpPr>
            <a:spLocks noGrp="1"/>
          </p:cNvSpPr>
          <p:nvPr>
            <p:ph type="dt" sz="half" idx="10"/>
          </p:nvPr>
        </p:nvSpPr>
        <p:spPr/>
        <p:txBody>
          <a:bodyPr/>
          <a:lstStyle/>
          <a:p>
            <a:fld id="{A87CE3AD-7F05-4900-A678-100CA8CBE574}" type="datetime1">
              <a:rPr lang="en-US" smtClean="0"/>
              <a:t>5/3/2024</a:t>
            </a:fld>
            <a:endParaRPr lang="en-US"/>
          </a:p>
        </p:txBody>
      </p:sp>
      <p:sp>
        <p:nvSpPr>
          <p:cNvPr id="3" name="Footer Placeholder 2">
            <a:extLst>
              <a:ext uri="{FF2B5EF4-FFF2-40B4-BE49-F238E27FC236}">
                <a16:creationId xmlns:a16="http://schemas.microsoft.com/office/drawing/2014/main" id="{7DDA5A70-FE21-4CB6-A67B-1DC798E9E3B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984AD11-7FD2-432C-A6AB-395BE9275C1B}"/>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824367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397CF-9CDD-4E78-8F35-A2FFE7867419}"/>
              </a:ext>
            </a:extLst>
          </p:cNvPr>
          <p:cNvSpPr>
            <a:spLocks noGrp="1"/>
          </p:cNvSpPr>
          <p:nvPr>
            <p:ph type="title"/>
          </p:nvPr>
        </p:nvSpPr>
        <p:spPr>
          <a:xfrm>
            <a:off x="1066800" y="457200"/>
            <a:ext cx="3705225" cy="16002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7194BFE-7A85-4123-B0F7-4DB1C141CE60}"/>
              </a:ext>
            </a:extLst>
          </p:cNvPr>
          <p:cNvSpPr>
            <a:spLocks noGrp="1"/>
          </p:cNvSpPr>
          <p:nvPr>
            <p:ph idx="1"/>
          </p:nvPr>
        </p:nvSpPr>
        <p:spPr>
          <a:xfrm>
            <a:off x="5183188" y="1066800"/>
            <a:ext cx="6172200" cy="48386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641EFD6D-1929-4A73-A860-22A36FF5C17D}"/>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B399A5-94A1-4452-AFF0-918BDA8B14F9}"/>
              </a:ext>
            </a:extLst>
          </p:cNvPr>
          <p:cNvSpPr>
            <a:spLocks noGrp="1"/>
          </p:cNvSpPr>
          <p:nvPr>
            <p:ph type="dt" sz="half" idx="10"/>
          </p:nvPr>
        </p:nvSpPr>
        <p:spPr/>
        <p:txBody>
          <a:bodyPr/>
          <a:lstStyle/>
          <a:p>
            <a:fld id="{D42DA6AD-EB28-4E0C-8AB2-F8327A075138}" type="datetime1">
              <a:rPr lang="en-US" smtClean="0"/>
              <a:t>5/3/2024</a:t>
            </a:fld>
            <a:endParaRPr lang="en-US"/>
          </a:p>
        </p:txBody>
      </p:sp>
      <p:sp>
        <p:nvSpPr>
          <p:cNvPr id="6" name="Footer Placeholder 5">
            <a:extLst>
              <a:ext uri="{FF2B5EF4-FFF2-40B4-BE49-F238E27FC236}">
                <a16:creationId xmlns:a16="http://schemas.microsoft.com/office/drawing/2014/main" id="{489589D8-DD83-406C-A77A-176D23993B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46024-82ED-40EF-8846-F6CC44BC53DE}"/>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045671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D12FA-83A4-42AF-98D7-312C4C5A7128}"/>
              </a:ext>
            </a:extLst>
          </p:cNvPr>
          <p:cNvSpPr>
            <a:spLocks noGrp="1"/>
          </p:cNvSpPr>
          <p:nvPr>
            <p:ph type="title"/>
          </p:nvPr>
        </p:nvSpPr>
        <p:spPr>
          <a:xfrm>
            <a:off x="1066800" y="457200"/>
            <a:ext cx="3705225"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6CF1DC8-2932-4C6E-BFBB-8BA1C9598425}"/>
              </a:ext>
            </a:extLst>
          </p:cNvPr>
          <p:cNvSpPr>
            <a:spLocks noGrp="1"/>
          </p:cNvSpPr>
          <p:nvPr>
            <p:ph type="pic" idx="1"/>
          </p:nvPr>
        </p:nvSpPr>
        <p:spPr>
          <a:xfrm>
            <a:off x="5183188" y="1066800"/>
            <a:ext cx="5942012" cy="48387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D6E0000-EF01-46A5-8A71-25FB7EA3F94A}"/>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1AD40B-9246-4532-9F73-5BA9061C3ABA}"/>
              </a:ext>
            </a:extLst>
          </p:cNvPr>
          <p:cNvSpPr>
            <a:spLocks noGrp="1"/>
          </p:cNvSpPr>
          <p:nvPr>
            <p:ph type="dt" sz="half" idx="10"/>
          </p:nvPr>
        </p:nvSpPr>
        <p:spPr/>
        <p:txBody>
          <a:bodyPr/>
          <a:lstStyle/>
          <a:p>
            <a:fld id="{E84342F1-7BEE-4CAA-BA16-D57376AE92D1}" type="datetime1">
              <a:rPr lang="en-US" smtClean="0"/>
              <a:t>5/3/2024</a:t>
            </a:fld>
            <a:endParaRPr lang="en-US"/>
          </a:p>
        </p:txBody>
      </p:sp>
      <p:sp>
        <p:nvSpPr>
          <p:cNvPr id="6" name="Footer Placeholder 5">
            <a:extLst>
              <a:ext uri="{FF2B5EF4-FFF2-40B4-BE49-F238E27FC236}">
                <a16:creationId xmlns:a16="http://schemas.microsoft.com/office/drawing/2014/main" id="{8BE6B9A0-5B1C-4F7B-828A-EF74E51478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2E99FB-C932-4165-A612-8B302D8F7229}"/>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407800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1126-542A-43AD-8078-EE35651654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A5F98B-5F32-4561-BFBC-9F6E5DA0A347}"/>
              </a:ext>
            </a:extLst>
          </p:cNvPr>
          <p:cNvSpPr>
            <a:spLocks noGrp="1"/>
          </p:cNvSpPr>
          <p:nvPr>
            <p:ph type="body" orient="vert" idx="1"/>
          </p:nvPr>
        </p:nvSpPr>
        <p:spPr>
          <a:xfrm>
            <a:off x="1028700" y="2161903"/>
            <a:ext cx="10134600" cy="37435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73D0DD-B04E-4E48-8EE1-51E46131A9A2}"/>
              </a:ext>
            </a:extLst>
          </p:cNvPr>
          <p:cNvSpPr>
            <a:spLocks noGrp="1"/>
          </p:cNvSpPr>
          <p:nvPr>
            <p:ph type="dt" sz="half" idx="10"/>
          </p:nvPr>
        </p:nvSpPr>
        <p:spPr/>
        <p:txBody>
          <a:bodyPr/>
          <a:lstStyle/>
          <a:p>
            <a:fld id="{070DDDA5-AD92-451B-87DB-823D32FA15B5}" type="datetime1">
              <a:rPr lang="en-US" smtClean="0"/>
              <a:t>5/3/2024</a:t>
            </a:fld>
            <a:endParaRPr lang="en-US"/>
          </a:p>
        </p:txBody>
      </p:sp>
      <p:sp>
        <p:nvSpPr>
          <p:cNvPr id="5" name="Footer Placeholder 4">
            <a:extLst>
              <a:ext uri="{FF2B5EF4-FFF2-40B4-BE49-F238E27FC236}">
                <a16:creationId xmlns:a16="http://schemas.microsoft.com/office/drawing/2014/main" id="{0481352D-F9C0-4442-9601-A09A7655E6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FC0801-9C45-40AE-AB33-5742CDA4DAC7}"/>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918805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946561-59BF-4566-AD2C-9B05C4771DF4}"/>
              </a:ext>
            </a:extLst>
          </p:cNvPr>
          <p:cNvSpPr>
            <a:spLocks noGrp="1"/>
          </p:cNvSpPr>
          <p:nvPr>
            <p:ph type="title" orient="vert"/>
          </p:nvPr>
        </p:nvSpPr>
        <p:spPr>
          <a:xfrm>
            <a:off x="9196250" y="723899"/>
            <a:ext cx="2271849" cy="54102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1DF7870-6CBD-47E2-854C-68141BAA101D}"/>
              </a:ext>
            </a:extLst>
          </p:cNvPr>
          <p:cNvSpPr>
            <a:spLocks noGrp="1"/>
          </p:cNvSpPr>
          <p:nvPr>
            <p:ph type="body" orient="vert" idx="1"/>
          </p:nvPr>
        </p:nvSpPr>
        <p:spPr>
          <a:xfrm>
            <a:off x="723900" y="723899"/>
            <a:ext cx="8302534" cy="54102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712FAF3-C106-49CB-A845-1FC7F731399D}"/>
              </a:ext>
            </a:extLst>
          </p:cNvPr>
          <p:cNvSpPr>
            <a:spLocks noGrp="1"/>
          </p:cNvSpPr>
          <p:nvPr>
            <p:ph type="dt" sz="half" idx="10"/>
          </p:nvPr>
        </p:nvSpPr>
        <p:spPr/>
        <p:txBody>
          <a:bodyPr/>
          <a:lstStyle/>
          <a:p>
            <a:fld id="{6C2F0BF8-B2B2-486F-9D16-8F35860DB66C}" type="datetime1">
              <a:rPr lang="en-US" smtClean="0"/>
              <a:t>5/3/2024</a:t>
            </a:fld>
            <a:endParaRPr lang="en-US"/>
          </a:p>
        </p:txBody>
      </p:sp>
      <p:sp>
        <p:nvSpPr>
          <p:cNvPr id="5" name="Footer Placeholder 4">
            <a:extLst>
              <a:ext uri="{FF2B5EF4-FFF2-40B4-BE49-F238E27FC236}">
                <a16:creationId xmlns:a16="http://schemas.microsoft.com/office/drawing/2014/main" id="{E34D5CCC-00E8-48FA-91A6-921E7B6440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7E1751-E7AA-406D-A977-1ACEF1FBD134}"/>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848726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CE7638-D991-46E7-BF2C-67D1AC829628}"/>
              </a:ext>
            </a:extLst>
          </p:cNvPr>
          <p:cNvSpPr>
            <a:spLocks noGrp="1"/>
          </p:cNvSpPr>
          <p:nvPr>
            <p:ph type="title"/>
          </p:nvPr>
        </p:nvSpPr>
        <p:spPr>
          <a:xfrm>
            <a:off x="1028700" y="723900"/>
            <a:ext cx="10134600" cy="1288489"/>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CA7C6B9C-4923-4DAB-9748-D5CD289EB978}"/>
              </a:ext>
            </a:extLst>
          </p:cNvPr>
          <p:cNvSpPr>
            <a:spLocks noGrp="1"/>
          </p:cNvSpPr>
          <p:nvPr>
            <p:ph type="body" idx="1"/>
          </p:nvPr>
        </p:nvSpPr>
        <p:spPr>
          <a:xfrm>
            <a:off x="1028700" y="2161903"/>
            <a:ext cx="10134600" cy="39693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E7578CF6-4B33-40E4-B881-5F4C568378E1}"/>
              </a:ext>
            </a:extLst>
          </p:cNvPr>
          <p:cNvSpPr>
            <a:spLocks noGrp="1"/>
          </p:cNvSpPr>
          <p:nvPr>
            <p:ph type="sldNum" sz="quarter" idx="4"/>
          </p:nvPr>
        </p:nvSpPr>
        <p:spPr>
          <a:xfrm>
            <a:off x="11394765" y="6245032"/>
            <a:ext cx="524491" cy="365125"/>
          </a:xfrm>
          <a:prstGeom prst="rect">
            <a:avLst/>
          </a:prstGeom>
        </p:spPr>
        <p:txBody>
          <a:bodyPr vert="horz" lIns="91440" tIns="45720" rIns="91440" bIns="45720" rtlCol="0" anchor="ctr"/>
          <a:lstStyle>
            <a:lvl1pPr algn="r">
              <a:defRPr sz="1050">
                <a:solidFill>
                  <a:schemeClr val="tx2"/>
                </a:solidFill>
              </a:defRPr>
            </a:lvl1pPr>
          </a:lstStyle>
          <a:p>
            <a:fld id="{19590046-DA73-4BBF-84B5-C08E6F75191A}" type="slidenum">
              <a:rPr lang="en-US" smtClean="0"/>
              <a:t>‹#›</a:t>
            </a:fld>
            <a:endParaRPr lang="en-US"/>
          </a:p>
        </p:txBody>
      </p:sp>
      <p:sp>
        <p:nvSpPr>
          <p:cNvPr id="4" name="Date Placeholder 3">
            <a:extLst>
              <a:ext uri="{FF2B5EF4-FFF2-40B4-BE49-F238E27FC236}">
                <a16:creationId xmlns:a16="http://schemas.microsoft.com/office/drawing/2014/main" id="{25AE857E-F564-4539-9984-10435B6140AC}"/>
              </a:ext>
            </a:extLst>
          </p:cNvPr>
          <p:cNvSpPr>
            <a:spLocks noGrp="1"/>
          </p:cNvSpPr>
          <p:nvPr>
            <p:ph type="dt" sz="half" idx="2"/>
          </p:nvPr>
        </p:nvSpPr>
        <p:spPr>
          <a:xfrm>
            <a:off x="354841" y="6245032"/>
            <a:ext cx="2659380" cy="365125"/>
          </a:xfrm>
          <a:prstGeom prst="rect">
            <a:avLst/>
          </a:prstGeom>
        </p:spPr>
        <p:txBody>
          <a:bodyPr vert="horz" lIns="91440" tIns="45720" rIns="91440" bIns="45720" rtlCol="0" anchor="ctr"/>
          <a:lstStyle>
            <a:lvl1pPr algn="l">
              <a:defRPr sz="1050">
                <a:solidFill>
                  <a:schemeClr val="tx2"/>
                </a:solidFill>
              </a:defRPr>
            </a:lvl1pPr>
          </a:lstStyle>
          <a:p>
            <a:fld id="{FF26F697-1713-4EC8-A552-BF24AA3FBDB4}" type="datetime1">
              <a:rPr lang="en-US" smtClean="0"/>
              <a:t>5/3/2024</a:t>
            </a:fld>
            <a:endParaRPr lang="en-US"/>
          </a:p>
        </p:txBody>
      </p:sp>
      <p:sp>
        <p:nvSpPr>
          <p:cNvPr id="5" name="Footer Placeholder 4">
            <a:extLst>
              <a:ext uri="{FF2B5EF4-FFF2-40B4-BE49-F238E27FC236}">
                <a16:creationId xmlns:a16="http://schemas.microsoft.com/office/drawing/2014/main" id="{7D1EABEF-B998-4B11-A878-8F492F8E3983}"/>
              </a:ext>
            </a:extLst>
          </p:cNvPr>
          <p:cNvSpPr>
            <a:spLocks noGrp="1"/>
          </p:cNvSpPr>
          <p:nvPr>
            <p:ph type="ftr" sz="quarter" idx="3"/>
          </p:nvPr>
        </p:nvSpPr>
        <p:spPr>
          <a:xfrm>
            <a:off x="7279964" y="6245033"/>
            <a:ext cx="4112222" cy="365125"/>
          </a:xfrm>
          <a:prstGeom prst="rect">
            <a:avLst/>
          </a:prstGeom>
        </p:spPr>
        <p:txBody>
          <a:bodyPr vert="horz" lIns="91440" tIns="45720" rIns="91440" bIns="45720" rtlCol="0" anchor="ctr"/>
          <a:lstStyle>
            <a:lvl1pPr algn="r">
              <a:defRPr sz="1050">
                <a:solidFill>
                  <a:schemeClr val="tx2"/>
                </a:solidFill>
              </a:defRPr>
            </a:lvl1pPr>
          </a:lstStyle>
          <a:p>
            <a:endParaRPr lang="en-US"/>
          </a:p>
        </p:txBody>
      </p:sp>
      <p:sp>
        <p:nvSpPr>
          <p:cNvPr id="16" name="Freeform: Shape 15">
            <a:extLst>
              <a:ext uri="{FF2B5EF4-FFF2-40B4-BE49-F238E27FC236}">
                <a16:creationId xmlns:a16="http://schemas.microsoft.com/office/drawing/2014/main" id="{9EB54D17-3792-403D-9127-495845021D2B}"/>
              </a:ext>
            </a:extLst>
          </p:cNvPr>
          <p:cNvSpPr/>
          <p:nvPr/>
        </p:nvSpPr>
        <p:spPr>
          <a:xfrm>
            <a:off x="0" y="0"/>
            <a:ext cx="12192000" cy="6858000"/>
          </a:xfrm>
          <a:custGeom>
            <a:avLst/>
            <a:gdLst>
              <a:gd name="connsiteX0" fmla="*/ 160920 w 12192000"/>
              <a:gd name="connsiteY0" fmla="*/ 157606 h 6858000"/>
              <a:gd name="connsiteX1" fmla="*/ 160920 w 12192000"/>
              <a:gd name="connsiteY1" fmla="*/ 6700394 h 6858000"/>
              <a:gd name="connsiteX2" fmla="*/ 12031081 w 12192000"/>
              <a:gd name="connsiteY2" fmla="*/ 6700394 h 6858000"/>
              <a:gd name="connsiteX3" fmla="*/ 12031081 w 12192000"/>
              <a:gd name="connsiteY3" fmla="*/ 157606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60920" y="157606"/>
                </a:moveTo>
                <a:lnTo>
                  <a:pt x="160920" y="6700394"/>
                </a:lnTo>
                <a:lnTo>
                  <a:pt x="12031081" y="6700394"/>
                </a:lnTo>
                <a:lnTo>
                  <a:pt x="12031081" y="157606"/>
                </a:lnTo>
                <a:close/>
                <a:moveTo>
                  <a:pt x="0" y="0"/>
                </a:moveTo>
                <a:lnTo>
                  <a:pt x="12192000" y="0"/>
                </a:lnTo>
                <a:lnTo>
                  <a:pt x="12192000" y="6858000"/>
                </a:lnTo>
                <a:lnTo>
                  <a:pt x="0" y="685800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0492572"/>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hf hdr="0" ftr="0" dt="0"/>
  <p:txStyles>
    <p:titleStyle>
      <a:lvl1pPr algn="l" defTabSz="914400" rtl="0" eaLnBrk="1" latinLnBrk="0" hangingPunct="1">
        <a:lnSpc>
          <a:spcPct val="110000"/>
        </a:lnSpc>
        <a:spcBef>
          <a:spcPct val="0"/>
        </a:spcBef>
        <a:buNone/>
        <a:defRPr sz="3200" kern="1200" cap="none" baseline="0">
          <a:solidFill>
            <a:schemeClr val="tx2"/>
          </a:solidFill>
          <a:latin typeface="+mj-lt"/>
          <a:ea typeface="+mj-ea"/>
          <a:cs typeface="+mj-cs"/>
        </a:defRPr>
      </a:lvl1pPr>
    </p:titleStyle>
    <p:bodyStyle>
      <a:lvl1pPr marL="0" indent="0" algn="l" defTabSz="914400" rtl="0" eaLnBrk="1" latinLnBrk="0" hangingPunct="1">
        <a:lnSpc>
          <a:spcPct val="110000"/>
        </a:lnSpc>
        <a:spcBef>
          <a:spcPts val="1000"/>
        </a:spcBef>
        <a:buFontTx/>
        <a:buNone/>
        <a:defRPr sz="2000" kern="1200">
          <a:solidFill>
            <a:schemeClr val="tx2"/>
          </a:solidFill>
          <a:latin typeface="+mn-lt"/>
          <a:ea typeface="+mn-ea"/>
          <a:cs typeface="+mn-cs"/>
        </a:defRPr>
      </a:lvl1pPr>
      <a:lvl2pPr marL="274320" indent="-228600" algn="l" defTabSz="914400" rtl="0" eaLnBrk="1" latinLnBrk="0" hangingPunct="1">
        <a:lnSpc>
          <a:spcPct val="110000"/>
        </a:lnSpc>
        <a:spcBef>
          <a:spcPts val="500"/>
        </a:spcBef>
        <a:buSzPct val="85000"/>
        <a:buFont typeface="Arial" panose="020B0604020202020204" pitchFamily="34" charset="0"/>
        <a:buChar char="•"/>
        <a:defRPr sz="1800" kern="1200">
          <a:solidFill>
            <a:schemeClr val="tx2"/>
          </a:solidFill>
          <a:latin typeface="+mn-lt"/>
          <a:ea typeface="+mn-ea"/>
          <a:cs typeface="+mn-cs"/>
        </a:defRPr>
      </a:lvl2pPr>
      <a:lvl3pPr marL="274320" indent="0" algn="l" defTabSz="914400" rtl="0" eaLnBrk="1" latinLnBrk="0" hangingPunct="1">
        <a:lnSpc>
          <a:spcPct val="110000"/>
        </a:lnSpc>
        <a:spcBef>
          <a:spcPts val="500"/>
        </a:spcBef>
        <a:buFontTx/>
        <a:buNone/>
        <a:defRPr sz="1600" kern="1200">
          <a:solidFill>
            <a:schemeClr val="tx2"/>
          </a:solidFill>
          <a:latin typeface="+mn-lt"/>
          <a:ea typeface="+mn-ea"/>
          <a:cs typeface="+mn-cs"/>
        </a:defRPr>
      </a:lvl3pPr>
      <a:lvl4pPr marL="548640" indent="-228600" algn="l" defTabSz="914400" rtl="0" eaLnBrk="1" latinLnBrk="0" hangingPunct="1">
        <a:lnSpc>
          <a:spcPct val="110000"/>
        </a:lnSpc>
        <a:spcBef>
          <a:spcPts val="500"/>
        </a:spcBef>
        <a:buFont typeface="Arial" panose="020B0604020202020204" pitchFamily="34" charset="0"/>
        <a:buChar char="•"/>
        <a:defRPr sz="1400" kern="1200">
          <a:solidFill>
            <a:schemeClr val="tx2"/>
          </a:solidFill>
          <a:latin typeface="+mn-lt"/>
          <a:ea typeface="+mn-ea"/>
          <a:cs typeface="+mn-cs"/>
        </a:defRPr>
      </a:lvl4pPr>
      <a:lvl5pPr marL="548640" indent="0" algn="l" defTabSz="914400" rtl="0" eaLnBrk="1" latinLnBrk="0" hangingPunct="1">
        <a:lnSpc>
          <a:spcPct val="110000"/>
        </a:lnSpc>
        <a:spcBef>
          <a:spcPts val="500"/>
        </a:spcBef>
        <a:buFontTx/>
        <a:buNone/>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proceedings.neurips.cc/paper_files/paper/2013/file/1cecc7a77928ca8133fa24680a88d2f9-Paper.pdf"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ithub.com/DeepGraphLearning/KnowledgeGraphEmbeddin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DF0CAD46-2E46-44EB-A063-C05881768C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7" name="Picture 56" descr="A blue and white wave&#10;&#10;Description automatically generated">
            <a:extLst>
              <a:ext uri="{FF2B5EF4-FFF2-40B4-BE49-F238E27FC236}">
                <a16:creationId xmlns:a16="http://schemas.microsoft.com/office/drawing/2014/main" id="{FBE17AFB-CD90-39DB-5F56-713BF23CFFB4}"/>
              </a:ext>
            </a:extLst>
          </p:cNvPr>
          <p:cNvPicPr>
            <a:picLocks noChangeAspect="1"/>
          </p:cNvPicPr>
          <p:nvPr/>
        </p:nvPicPr>
        <p:blipFill rotWithShape="1">
          <a:blip r:embed="rId3"/>
          <a:srcRect b="15730"/>
          <a:stretch/>
        </p:blipFill>
        <p:spPr>
          <a:xfrm>
            <a:off x="20" y="10"/>
            <a:ext cx="12191980" cy="6857989"/>
          </a:xfrm>
          <a:prstGeom prst="rect">
            <a:avLst/>
          </a:prstGeom>
        </p:spPr>
      </p:pic>
      <p:sp>
        <p:nvSpPr>
          <p:cNvPr id="66" name="Rectangle 65">
            <a:extLst>
              <a:ext uri="{FF2B5EF4-FFF2-40B4-BE49-F238E27FC236}">
                <a16:creationId xmlns:a16="http://schemas.microsoft.com/office/drawing/2014/main" id="{0FDFF237-4369-41A3-9CE4-CD1A68139E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49553"/>
            <a:ext cx="12191999" cy="5320052"/>
          </a:xfrm>
          <a:prstGeom prst="rect">
            <a:avLst/>
          </a:prstGeom>
          <a:gradFill flip="none" rotWithShape="1">
            <a:gsLst>
              <a:gs pos="0">
                <a:srgbClr val="000000">
                  <a:alpha val="0"/>
                </a:srgbClr>
              </a:gs>
              <a:gs pos="47000">
                <a:srgbClr val="000000">
                  <a:alpha val="41000"/>
                </a:srgbClr>
              </a:gs>
              <a:gs pos="81000">
                <a:srgbClr val="000000">
                  <a:alpha val="56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E5CBC3-0B1A-969B-E890-DA4189B23F1C}"/>
              </a:ext>
            </a:extLst>
          </p:cNvPr>
          <p:cNvSpPr>
            <a:spLocks noGrp="1"/>
          </p:cNvSpPr>
          <p:nvPr>
            <p:ph type="ctrTitle"/>
          </p:nvPr>
        </p:nvSpPr>
        <p:spPr>
          <a:xfrm>
            <a:off x="2076091" y="2633933"/>
            <a:ext cx="8039818" cy="1643572"/>
          </a:xfrm>
        </p:spPr>
        <p:txBody>
          <a:bodyPr>
            <a:normAutofit/>
          </a:bodyPr>
          <a:lstStyle/>
          <a:p>
            <a:r>
              <a:rPr lang="en-US" cap="none">
                <a:solidFill>
                  <a:srgbClr val="FFFFFF"/>
                </a:solidFill>
                <a:latin typeface="+mn-lt"/>
              </a:rPr>
              <a:t>TransE on GPU</a:t>
            </a:r>
          </a:p>
        </p:txBody>
      </p:sp>
      <p:sp>
        <p:nvSpPr>
          <p:cNvPr id="3" name="Subtitle 2">
            <a:extLst>
              <a:ext uri="{FF2B5EF4-FFF2-40B4-BE49-F238E27FC236}">
                <a16:creationId xmlns:a16="http://schemas.microsoft.com/office/drawing/2014/main" id="{40072122-1A85-8AFA-BE1A-FD390FE54B9F}"/>
              </a:ext>
            </a:extLst>
          </p:cNvPr>
          <p:cNvSpPr>
            <a:spLocks noGrp="1"/>
          </p:cNvSpPr>
          <p:nvPr>
            <p:ph type="subTitle" idx="1"/>
          </p:nvPr>
        </p:nvSpPr>
        <p:spPr>
          <a:xfrm>
            <a:off x="1857556" y="5272809"/>
            <a:ext cx="8442384" cy="725018"/>
          </a:xfrm>
        </p:spPr>
        <p:txBody>
          <a:bodyPr>
            <a:normAutofit/>
          </a:bodyPr>
          <a:lstStyle/>
          <a:p>
            <a:pPr>
              <a:lnSpc>
                <a:spcPct val="90000"/>
              </a:lnSpc>
            </a:pPr>
            <a:r>
              <a:rPr lang="en-US" sz="1700">
                <a:solidFill>
                  <a:srgbClr val="FFFFFF"/>
                </a:solidFill>
              </a:rPr>
              <a:t>CISC 830 Final Project</a:t>
            </a:r>
          </a:p>
          <a:p>
            <a:pPr>
              <a:lnSpc>
                <a:spcPct val="90000"/>
              </a:lnSpc>
            </a:pPr>
            <a:r>
              <a:rPr lang="en-US" sz="1700">
                <a:solidFill>
                  <a:srgbClr val="FFFFFF"/>
                </a:solidFill>
              </a:rPr>
              <a:t>Presented By: Beshani Weralupitiya</a:t>
            </a:r>
          </a:p>
        </p:txBody>
      </p:sp>
      <p:sp>
        <p:nvSpPr>
          <p:cNvPr id="6" name="Slide Number Placeholder 5">
            <a:extLst>
              <a:ext uri="{FF2B5EF4-FFF2-40B4-BE49-F238E27FC236}">
                <a16:creationId xmlns:a16="http://schemas.microsoft.com/office/drawing/2014/main" id="{503B7AAB-747C-4ED3-CF7E-ABE7718D226E}"/>
              </a:ext>
            </a:extLst>
          </p:cNvPr>
          <p:cNvSpPr>
            <a:spLocks noGrp="1"/>
          </p:cNvSpPr>
          <p:nvPr>
            <p:ph type="sldNum" sz="quarter" idx="12"/>
          </p:nvPr>
        </p:nvSpPr>
        <p:spPr>
          <a:xfrm>
            <a:off x="11394765" y="6245032"/>
            <a:ext cx="524491" cy="365125"/>
          </a:xfrm>
        </p:spPr>
        <p:txBody>
          <a:bodyPr>
            <a:normAutofit/>
          </a:bodyPr>
          <a:lstStyle/>
          <a:p>
            <a:pPr>
              <a:spcAft>
                <a:spcPts val="600"/>
              </a:spcAft>
            </a:pPr>
            <a:fld id="{19590046-DA73-4BBF-84B5-C08E6F75191A}" type="slidenum">
              <a:rPr lang="en-US">
                <a:solidFill>
                  <a:srgbClr val="FFFFFF"/>
                </a:solidFill>
              </a:rPr>
              <a:pPr>
                <a:spcAft>
                  <a:spcPts val="600"/>
                </a:spcAft>
              </a:pPr>
              <a:t>1</a:t>
            </a:fld>
            <a:endParaRPr lang="en-US">
              <a:solidFill>
                <a:srgbClr val="FFFFFF"/>
              </a:solidFill>
            </a:endParaRPr>
          </a:p>
        </p:txBody>
      </p:sp>
      <p:grpSp>
        <p:nvGrpSpPr>
          <p:cNvPr id="68" name="Group 67">
            <a:extLst>
              <a:ext uri="{FF2B5EF4-FFF2-40B4-BE49-F238E27FC236}">
                <a16:creationId xmlns:a16="http://schemas.microsoft.com/office/drawing/2014/main" id="{C3E45FAB-3768-4529-B0E8-A0E9BE5E38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4739509"/>
            <a:ext cx="867485" cy="115439"/>
            <a:chOff x="8910933" y="1861308"/>
            <a:chExt cx="867485" cy="115439"/>
          </a:xfrm>
        </p:grpSpPr>
        <p:sp>
          <p:nvSpPr>
            <p:cNvPr id="69" name="Rectangle 68">
              <a:extLst>
                <a:ext uri="{FF2B5EF4-FFF2-40B4-BE49-F238E27FC236}">
                  <a16:creationId xmlns:a16="http://schemas.microsoft.com/office/drawing/2014/main" id="{6FF68CFF-0675-43D9-8EF2-EAC1F19D2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70" name="Straight Connector 69">
              <a:extLst>
                <a:ext uri="{FF2B5EF4-FFF2-40B4-BE49-F238E27FC236}">
                  <a16:creationId xmlns:a16="http://schemas.microsoft.com/office/drawing/2014/main" id="{E1414FA8-D7DF-4B14-AD83-846AB2899B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38B88A0-A01D-4106-8E09-1AEB09B04EC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69821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7ED98-7F42-92C1-AD57-36EF2AE7C97E}"/>
              </a:ext>
            </a:extLst>
          </p:cNvPr>
          <p:cNvSpPr>
            <a:spLocks noGrp="1"/>
          </p:cNvSpPr>
          <p:nvPr>
            <p:ph type="title"/>
          </p:nvPr>
        </p:nvSpPr>
        <p:spPr>
          <a:xfrm>
            <a:off x="1028700" y="361995"/>
            <a:ext cx="10134600" cy="1288489"/>
          </a:xfrm>
        </p:spPr>
        <p:txBody>
          <a:bodyPr/>
          <a:lstStyle/>
          <a:p>
            <a:r>
              <a:rPr lang="en-US" dirty="0"/>
              <a:t>What is </a:t>
            </a:r>
            <a:r>
              <a:rPr lang="en-US" dirty="0" err="1"/>
              <a:t>TransE</a:t>
            </a:r>
            <a:r>
              <a:rPr lang="en-US" dirty="0"/>
              <a:t>?</a:t>
            </a:r>
          </a:p>
        </p:txBody>
      </p:sp>
      <p:sp>
        <p:nvSpPr>
          <p:cNvPr id="3" name="Content Placeholder 2">
            <a:extLst>
              <a:ext uri="{FF2B5EF4-FFF2-40B4-BE49-F238E27FC236}">
                <a16:creationId xmlns:a16="http://schemas.microsoft.com/office/drawing/2014/main" id="{A60D6A1D-8035-57C1-A7A2-70DF5063B10C}"/>
              </a:ext>
            </a:extLst>
          </p:cNvPr>
          <p:cNvSpPr>
            <a:spLocks noGrp="1"/>
          </p:cNvSpPr>
          <p:nvPr>
            <p:ph idx="1"/>
          </p:nvPr>
        </p:nvSpPr>
        <p:spPr>
          <a:xfrm>
            <a:off x="865862" y="1961486"/>
            <a:ext cx="10134600" cy="3969342"/>
          </a:xfrm>
        </p:spPr>
        <p:txBody>
          <a:bodyPr/>
          <a:lstStyle/>
          <a:p>
            <a:pPr marL="560070" lvl="1" indent="-285750"/>
            <a:r>
              <a:rPr lang="en-US" dirty="0"/>
              <a:t>Popular Link Prediction model to predict missing triples (Head, Relations, Tail) in knowledge graphs.</a:t>
            </a:r>
          </a:p>
          <a:p>
            <a:pPr marL="560070" lvl="1" indent="-285750"/>
            <a:r>
              <a:rPr lang="en-US" dirty="0"/>
              <a:t>It's designed to learn continuous vector representations (embeddings) of entities and relations in a knowledge graph.</a:t>
            </a:r>
          </a:p>
          <a:p>
            <a:pPr lvl="1" indent="0">
              <a:buNone/>
            </a:pPr>
            <a:endParaRPr lang="en-US" dirty="0"/>
          </a:p>
          <a:p>
            <a:pPr lvl="1" indent="0">
              <a:buNone/>
            </a:pPr>
            <a:endParaRPr lang="en-US" dirty="0"/>
          </a:p>
          <a:p>
            <a:pPr lvl="1" indent="0">
              <a:buNone/>
            </a:pPr>
            <a:endParaRPr lang="en-US" dirty="0"/>
          </a:p>
        </p:txBody>
      </p:sp>
      <p:sp>
        <p:nvSpPr>
          <p:cNvPr id="4" name="Slide Number Placeholder 3">
            <a:extLst>
              <a:ext uri="{FF2B5EF4-FFF2-40B4-BE49-F238E27FC236}">
                <a16:creationId xmlns:a16="http://schemas.microsoft.com/office/drawing/2014/main" id="{229936BD-2CE1-B77E-72AC-F1A59F6D179A}"/>
              </a:ext>
            </a:extLst>
          </p:cNvPr>
          <p:cNvSpPr>
            <a:spLocks noGrp="1"/>
          </p:cNvSpPr>
          <p:nvPr>
            <p:ph type="sldNum" sz="quarter" idx="12"/>
          </p:nvPr>
        </p:nvSpPr>
        <p:spPr/>
        <p:txBody>
          <a:bodyPr/>
          <a:lstStyle/>
          <a:p>
            <a:fld id="{19590046-DA73-4BBF-84B5-C08E6F75191A}" type="slidenum">
              <a:rPr lang="en-US" smtClean="0"/>
              <a:t>2</a:t>
            </a:fld>
            <a:endParaRPr lang="en-US"/>
          </a:p>
        </p:txBody>
      </p:sp>
      <p:pic>
        <p:nvPicPr>
          <p:cNvPr id="6" name="Picture 5">
            <a:extLst>
              <a:ext uri="{FF2B5EF4-FFF2-40B4-BE49-F238E27FC236}">
                <a16:creationId xmlns:a16="http://schemas.microsoft.com/office/drawing/2014/main" id="{15409FD5-3257-17D8-DAEB-F8F2CCB656E1}"/>
              </a:ext>
            </a:extLst>
          </p:cNvPr>
          <p:cNvPicPr>
            <a:picLocks noChangeAspect="1"/>
          </p:cNvPicPr>
          <p:nvPr/>
        </p:nvPicPr>
        <p:blipFill>
          <a:blip r:embed="rId3"/>
          <a:stretch>
            <a:fillRect/>
          </a:stretch>
        </p:blipFill>
        <p:spPr>
          <a:xfrm>
            <a:off x="1545936" y="3057210"/>
            <a:ext cx="7334145" cy="3370384"/>
          </a:xfrm>
          <a:prstGeom prst="rect">
            <a:avLst/>
          </a:prstGeom>
        </p:spPr>
      </p:pic>
      <p:sp>
        <p:nvSpPr>
          <p:cNvPr id="7" name="TextBox 6">
            <a:extLst>
              <a:ext uri="{FF2B5EF4-FFF2-40B4-BE49-F238E27FC236}">
                <a16:creationId xmlns:a16="http://schemas.microsoft.com/office/drawing/2014/main" id="{46E5627D-55DC-4FF8-DD4F-8B882637727C}"/>
              </a:ext>
            </a:extLst>
          </p:cNvPr>
          <p:cNvSpPr txBox="1"/>
          <p:nvPr/>
        </p:nvSpPr>
        <p:spPr>
          <a:xfrm>
            <a:off x="5526762" y="6427594"/>
            <a:ext cx="10947400" cy="261610"/>
          </a:xfrm>
          <a:prstGeom prst="rect">
            <a:avLst/>
          </a:prstGeom>
          <a:noFill/>
        </p:spPr>
        <p:txBody>
          <a:bodyPr wrap="square" rtlCol="0">
            <a:spAutoFit/>
          </a:bodyPr>
          <a:lstStyle/>
          <a:p>
            <a:r>
              <a:rPr lang="en-US" sz="1100" dirty="0">
                <a:hlinkClick r:id="rId4"/>
              </a:rPr>
              <a:t>https://proceedings.neurips.cc/paper_files/paper/2013/file/1cecc7a77928ca8133fa24680a88d2f9-Paper.pdf</a:t>
            </a:r>
            <a:r>
              <a:rPr lang="en-US" sz="1100" dirty="0"/>
              <a:t> </a:t>
            </a:r>
          </a:p>
        </p:txBody>
      </p:sp>
    </p:spTree>
    <p:extLst>
      <p:ext uri="{BB962C8B-B14F-4D97-AF65-F5344CB8AC3E}">
        <p14:creationId xmlns:p14="http://schemas.microsoft.com/office/powerpoint/2010/main" val="2019429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3DEA8-770F-6BF4-1482-BF2DA31CD084}"/>
              </a:ext>
            </a:extLst>
          </p:cNvPr>
          <p:cNvSpPr>
            <a:spLocks noGrp="1"/>
          </p:cNvSpPr>
          <p:nvPr>
            <p:ph type="title"/>
          </p:nvPr>
        </p:nvSpPr>
        <p:spPr>
          <a:xfrm>
            <a:off x="2178304" y="5975927"/>
            <a:ext cx="9703955" cy="183589"/>
          </a:xfrm>
        </p:spPr>
        <p:txBody>
          <a:bodyPr>
            <a:noAutofit/>
          </a:bodyPr>
          <a:lstStyle/>
          <a:p>
            <a:r>
              <a:rPr lang="en-US" sz="1100" dirty="0">
                <a:hlinkClick r:id="rId2"/>
              </a:rPr>
              <a:t>https://github.com/DeepGraphLearning/KnowledgeGraphEmbedding</a:t>
            </a:r>
            <a:r>
              <a:rPr lang="en-US" sz="1100" dirty="0"/>
              <a:t> </a:t>
            </a:r>
          </a:p>
        </p:txBody>
      </p:sp>
      <p:pic>
        <p:nvPicPr>
          <p:cNvPr id="6" name="Content Placeholder 5">
            <a:extLst>
              <a:ext uri="{FF2B5EF4-FFF2-40B4-BE49-F238E27FC236}">
                <a16:creationId xmlns:a16="http://schemas.microsoft.com/office/drawing/2014/main" id="{9BCBA72C-F15B-FD99-684B-2B9E37F148A5}"/>
              </a:ext>
            </a:extLst>
          </p:cNvPr>
          <p:cNvPicPr>
            <a:picLocks noGrp="1" noChangeAspect="1"/>
          </p:cNvPicPr>
          <p:nvPr>
            <p:ph idx="1"/>
          </p:nvPr>
        </p:nvPicPr>
        <p:blipFill>
          <a:blip r:embed="rId3"/>
          <a:stretch>
            <a:fillRect/>
          </a:stretch>
        </p:blipFill>
        <p:spPr>
          <a:xfrm>
            <a:off x="2178304" y="1260860"/>
            <a:ext cx="6796302" cy="3968750"/>
          </a:xfrm>
        </p:spPr>
      </p:pic>
      <p:sp>
        <p:nvSpPr>
          <p:cNvPr id="4" name="Slide Number Placeholder 3">
            <a:extLst>
              <a:ext uri="{FF2B5EF4-FFF2-40B4-BE49-F238E27FC236}">
                <a16:creationId xmlns:a16="http://schemas.microsoft.com/office/drawing/2014/main" id="{7FD39B5F-CE1A-FFB3-97C4-5B24DD20949A}"/>
              </a:ext>
            </a:extLst>
          </p:cNvPr>
          <p:cNvSpPr>
            <a:spLocks noGrp="1"/>
          </p:cNvSpPr>
          <p:nvPr>
            <p:ph type="sldNum" sz="quarter" idx="12"/>
          </p:nvPr>
        </p:nvSpPr>
        <p:spPr/>
        <p:txBody>
          <a:bodyPr/>
          <a:lstStyle/>
          <a:p>
            <a:fld id="{19590046-DA73-4BBF-84B5-C08E6F75191A}" type="slidenum">
              <a:rPr lang="en-US" smtClean="0"/>
              <a:t>3</a:t>
            </a:fld>
            <a:endParaRPr lang="en-US"/>
          </a:p>
        </p:txBody>
      </p:sp>
    </p:spTree>
    <p:extLst>
      <p:ext uri="{BB962C8B-B14F-4D97-AF65-F5344CB8AC3E}">
        <p14:creationId xmlns:p14="http://schemas.microsoft.com/office/powerpoint/2010/main" val="3276583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54200-D9C6-29D5-E74E-CC2AAD46AF3F}"/>
              </a:ext>
            </a:extLst>
          </p:cNvPr>
          <p:cNvSpPr>
            <a:spLocks noGrp="1"/>
          </p:cNvSpPr>
          <p:nvPr>
            <p:ph type="title"/>
          </p:nvPr>
        </p:nvSpPr>
        <p:spPr/>
        <p:txBody>
          <a:bodyPr/>
          <a:lstStyle/>
          <a:p>
            <a:r>
              <a:rPr lang="en-US" dirty="0"/>
              <a:t>Performance</a:t>
            </a:r>
          </a:p>
        </p:txBody>
      </p:sp>
      <p:pic>
        <p:nvPicPr>
          <p:cNvPr id="6" name="Content Placeholder 5">
            <a:extLst>
              <a:ext uri="{FF2B5EF4-FFF2-40B4-BE49-F238E27FC236}">
                <a16:creationId xmlns:a16="http://schemas.microsoft.com/office/drawing/2014/main" id="{3A590677-99FF-A384-9869-4B438EB54802}"/>
              </a:ext>
            </a:extLst>
          </p:cNvPr>
          <p:cNvPicPr>
            <a:picLocks noGrp="1" noChangeAspect="1"/>
          </p:cNvPicPr>
          <p:nvPr>
            <p:ph idx="1"/>
          </p:nvPr>
        </p:nvPicPr>
        <p:blipFill>
          <a:blip r:embed="rId2"/>
          <a:stretch>
            <a:fillRect/>
          </a:stretch>
        </p:blipFill>
        <p:spPr>
          <a:xfrm>
            <a:off x="1028700" y="2221655"/>
            <a:ext cx="10605394" cy="3837090"/>
          </a:xfrm>
        </p:spPr>
      </p:pic>
      <p:sp>
        <p:nvSpPr>
          <p:cNvPr id="4" name="Slide Number Placeholder 3">
            <a:extLst>
              <a:ext uri="{FF2B5EF4-FFF2-40B4-BE49-F238E27FC236}">
                <a16:creationId xmlns:a16="http://schemas.microsoft.com/office/drawing/2014/main" id="{DDA11C11-6D38-C474-7C80-E6062BE25E95}"/>
              </a:ext>
            </a:extLst>
          </p:cNvPr>
          <p:cNvSpPr>
            <a:spLocks noGrp="1"/>
          </p:cNvSpPr>
          <p:nvPr>
            <p:ph type="sldNum" sz="quarter" idx="12"/>
          </p:nvPr>
        </p:nvSpPr>
        <p:spPr/>
        <p:txBody>
          <a:bodyPr/>
          <a:lstStyle/>
          <a:p>
            <a:fld id="{19590046-DA73-4BBF-84B5-C08E6F75191A}" type="slidenum">
              <a:rPr lang="en-US" smtClean="0"/>
              <a:t>4</a:t>
            </a:fld>
            <a:endParaRPr lang="en-US"/>
          </a:p>
        </p:txBody>
      </p:sp>
    </p:spTree>
    <p:extLst>
      <p:ext uri="{BB962C8B-B14F-4D97-AF65-F5344CB8AC3E}">
        <p14:creationId xmlns:p14="http://schemas.microsoft.com/office/powerpoint/2010/main" val="3244720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10667-8EA4-D650-B4B0-63E893A8F638}"/>
              </a:ext>
            </a:extLst>
          </p:cNvPr>
          <p:cNvSpPr>
            <a:spLocks noGrp="1"/>
          </p:cNvSpPr>
          <p:nvPr>
            <p:ph type="title"/>
          </p:nvPr>
        </p:nvSpPr>
        <p:spPr/>
        <p:txBody>
          <a:bodyPr/>
          <a:lstStyle/>
          <a:p>
            <a:r>
              <a:rPr lang="en-US" dirty="0"/>
              <a:t>Memory Issue</a:t>
            </a:r>
          </a:p>
        </p:txBody>
      </p:sp>
      <p:sp>
        <p:nvSpPr>
          <p:cNvPr id="3" name="Content Placeholder 2">
            <a:extLst>
              <a:ext uri="{FF2B5EF4-FFF2-40B4-BE49-F238E27FC236}">
                <a16:creationId xmlns:a16="http://schemas.microsoft.com/office/drawing/2014/main" id="{483CCFEC-2887-9359-375E-6C9905B3E212}"/>
              </a:ext>
            </a:extLst>
          </p:cNvPr>
          <p:cNvSpPr>
            <a:spLocks noGrp="1"/>
          </p:cNvSpPr>
          <p:nvPr>
            <p:ph idx="1"/>
          </p:nvPr>
        </p:nvSpPr>
        <p:spPr/>
        <p:txBody>
          <a:bodyPr/>
          <a:lstStyle/>
          <a:p>
            <a:r>
              <a:rPr lang="en-US" dirty="0" err="1"/>
              <a:t>torch.cuda.OutOfMemoryError</a:t>
            </a:r>
            <a:r>
              <a:rPr lang="en-US" dirty="0"/>
              <a:t>: CUDA out of memory. Tried to allocate 502.00 MiB. GPU 0 has a total capacity of 7.43 GiB of which 160.00 MiB is free. Process 4036367 has 382.00 MiB memory in use. Process 1929004 has 106.00 MiB memory in use. Process 496737 has 4.08 GiB memory in use. Process 2977710 has 2.43 GiB memory in use. Including non-</a:t>
            </a:r>
            <a:r>
              <a:rPr lang="en-US" dirty="0" err="1"/>
              <a:t>PyTorch</a:t>
            </a:r>
            <a:r>
              <a:rPr lang="en-US" dirty="0"/>
              <a:t> memory, this process has 288.00 MiB memory in use. Of the allocated memory 156.50 MiB is allocated by </a:t>
            </a:r>
            <a:r>
              <a:rPr lang="en-US" dirty="0" err="1"/>
              <a:t>PyTorch</a:t>
            </a:r>
            <a:r>
              <a:rPr lang="en-US" dirty="0"/>
              <a:t>, and 15.50 MiB is reserved by </a:t>
            </a:r>
            <a:r>
              <a:rPr lang="en-US" dirty="0" err="1"/>
              <a:t>PyTorch</a:t>
            </a:r>
            <a:r>
              <a:rPr lang="en-US" dirty="0"/>
              <a:t> but unallocated. If reserved but unallocated memory is large try setting PYTORCH_CUDA_ALLOC_CONF=</a:t>
            </a:r>
            <a:r>
              <a:rPr lang="en-US" dirty="0" err="1"/>
              <a:t>expandable_segments:True</a:t>
            </a:r>
            <a:r>
              <a:rPr lang="en-US" dirty="0"/>
              <a:t> to avoid fragmentation.  See documentation for Memory Management  (https://pytorch.org/docs/stable/notes/cuda.html#environment-variables)</a:t>
            </a:r>
          </a:p>
        </p:txBody>
      </p:sp>
      <p:sp>
        <p:nvSpPr>
          <p:cNvPr id="4" name="Slide Number Placeholder 3">
            <a:extLst>
              <a:ext uri="{FF2B5EF4-FFF2-40B4-BE49-F238E27FC236}">
                <a16:creationId xmlns:a16="http://schemas.microsoft.com/office/drawing/2014/main" id="{14843045-4079-02C2-56C2-B2F2BCEC2C5A}"/>
              </a:ext>
            </a:extLst>
          </p:cNvPr>
          <p:cNvSpPr>
            <a:spLocks noGrp="1"/>
          </p:cNvSpPr>
          <p:nvPr>
            <p:ph type="sldNum" sz="quarter" idx="12"/>
          </p:nvPr>
        </p:nvSpPr>
        <p:spPr/>
        <p:txBody>
          <a:bodyPr/>
          <a:lstStyle/>
          <a:p>
            <a:fld id="{19590046-DA73-4BBF-84B5-C08E6F75191A}" type="slidenum">
              <a:rPr lang="en-US" smtClean="0"/>
              <a:t>5</a:t>
            </a:fld>
            <a:endParaRPr lang="en-US"/>
          </a:p>
        </p:txBody>
      </p:sp>
    </p:spTree>
    <p:extLst>
      <p:ext uri="{BB962C8B-B14F-4D97-AF65-F5344CB8AC3E}">
        <p14:creationId xmlns:p14="http://schemas.microsoft.com/office/powerpoint/2010/main" val="1869626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D3B3C7E-BC2D-4436-8B03-AC421FA667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79B5D0C1-066E-4C02-A6B8-59FAE4A197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4240546"/>
            <a:ext cx="867485" cy="115439"/>
            <a:chOff x="8910933" y="1861308"/>
            <a:chExt cx="867485" cy="115439"/>
          </a:xfrm>
        </p:grpSpPr>
        <p:sp>
          <p:nvSpPr>
            <p:cNvPr id="10" name="Rectangle 9">
              <a:extLst>
                <a:ext uri="{FF2B5EF4-FFF2-40B4-BE49-F238E27FC236}">
                  <a16:creationId xmlns:a16="http://schemas.microsoft.com/office/drawing/2014/main" id="{D4386904-AFDC-449E-8D1B-906B305EBD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11" name="Straight Connector 10">
              <a:extLst>
                <a:ext uri="{FF2B5EF4-FFF2-40B4-BE49-F238E27FC236}">
                  <a16:creationId xmlns:a16="http://schemas.microsoft.com/office/drawing/2014/main" id="{F70778F2-11E8-428C-8324-479CA9D6FE9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A0BE89E-CB2D-48BA-A8D2-533FAAAA725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useBgFill="1">
        <p:nvSpPr>
          <p:cNvPr id="14" name="Rectangle 13">
            <a:extLst>
              <a:ext uri="{FF2B5EF4-FFF2-40B4-BE49-F238E27FC236}">
                <a16:creationId xmlns:a16="http://schemas.microsoft.com/office/drawing/2014/main" id="{4905C695-F54E-4EF8-8AEF-811D460E7A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5CD2A3-2099-476E-9A85-55DC735FA2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20" y="15902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44F04C-AADC-9AEC-7394-2FEA31C56811}"/>
              </a:ext>
            </a:extLst>
          </p:cNvPr>
          <p:cNvSpPr>
            <a:spLocks noGrp="1"/>
          </p:cNvSpPr>
          <p:nvPr>
            <p:ph type="title"/>
          </p:nvPr>
        </p:nvSpPr>
        <p:spPr>
          <a:xfrm>
            <a:off x="2428461" y="1230924"/>
            <a:ext cx="7335079" cy="1969476"/>
          </a:xfrm>
        </p:spPr>
        <p:txBody>
          <a:bodyPr vert="horz" lIns="91440" tIns="45720" rIns="91440" bIns="45720" rtlCol="0" anchor="b">
            <a:normAutofit/>
          </a:bodyPr>
          <a:lstStyle/>
          <a:p>
            <a:pPr algn="ctr"/>
            <a:r>
              <a:rPr lang="en-US" sz="4000" kern="1200" cap="all" spc="390" baseline="0">
                <a:solidFill>
                  <a:schemeClr val="tx2"/>
                </a:solidFill>
                <a:latin typeface="+mj-lt"/>
                <a:ea typeface="+mj-ea"/>
                <a:cs typeface="+mj-cs"/>
              </a:rPr>
              <a:t>THANK YOU!</a:t>
            </a:r>
            <a:br>
              <a:rPr lang="en-US" sz="4000" kern="1200" cap="all" spc="390" baseline="0">
                <a:solidFill>
                  <a:schemeClr val="tx2"/>
                </a:solidFill>
                <a:latin typeface="+mj-lt"/>
                <a:ea typeface="+mj-ea"/>
                <a:cs typeface="+mj-cs"/>
              </a:rPr>
            </a:br>
            <a:endParaRPr lang="en-US" sz="4000" kern="1200" cap="all" spc="390" baseline="0">
              <a:solidFill>
                <a:schemeClr val="tx2"/>
              </a:solidFill>
              <a:latin typeface="+mj-lt"/>
              <a:ea typeface="+mj-ea"/>
              <a:cs typeface="+mj-cs"/>
            </a:endParaRPr>
          </a:p>
        </p:txBody>
      </p:sp>
      <p:grpSp>
        <p:nvGrpSpPr>
          <p:cNvPr id="18" name="Group 17">
            <a:extLst>
              <a:ext uri="{FF2B5EF4-FFF2-40B4-BE49-F238E27FC236}">
                <a16:creationId xmlns:a16="http://schemas.microsoft.com/office/drawing/2014/main" id="{E92979E8-2E86-433E-A7E4-5F102E45A8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3889173"/>
            <a:ext cx="867485" cy="115439"/>
            <a:chOff x="8910933" y="1861308"/>
            <a:chExt cx="867485" cy="115439"/>
          </a:xfrm>
        </p:grpSpPr>
        <p:sp>
          <p:nvSpPr>
            <p:cNvPr id="19" name="Rectangle 18">
              <a:extLst>
                <a:ext uri="{FF2B5EF4-FFF2-40B4-BE49-F238E27FC236}">
                  <a16:creationId xmlns:a16="http://schemas.microsoft.com/office/drawing/2014/main" id="{CDDEF0D5-EF9F-43D4-BF40-27A3121E02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20" name="Straight Connector 19">
              <a:extLst>
                <a:ext uri="{FF2B5EF4-FFF2-40B4-BE49-F238E27FC236}">
                  <a16:creationId xmlns:a16="http://schemas.microsoft.com/office/drawing/2014/main" id="{71438B34-2B34-4614-B3B4-D099271503B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C691BDB-93D3-4721-903C-45DD9590F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6" name="Slide Number Placeholder 5">
            <a:extLst>
              <a:ext uri="{FF2B5EF4-FFF2-40B4-BE49-F238E27FC236}">
                <a16:creationId xmlns:a16="http://schemas.microsoft.com/office/drawing/2014/main" id="{41220C07-B62D-4E25-DD37-9B2B40056B99}"/>
              </a:ext>
            </a:extLst>
          </p:cNvPr>
          <p:cNvSpPr>
            <a:spLocks noGrp="1"/>
          </p:cNvSpPr>
          <p:nvPr>
            <p:ph type="sldNum" sz="quarter" idx="12"/>
          </p:nvPr>
        </p:nvSpPr>
        <p:spPr/>
        <p:txBody>
          <a:bodyPr/>
          <a:lstStyle/>
          <a:p>
            <a:fld id="{19590046-DA73-4BBF-84B5-C08E6F75191A}" type="slidenum">
              <a:rPr lang="en-US" smtClean="0"/>
              <a:t>6</a:t>
            </a:fld>
            <a:endParaRPr lang="en-US"/>
          </a:p>
        </p:txBody>
      </p:sp>
    </p:spTree>
    <p:extLst>
      <p:ext uri="{BB962C8B-B14F-4D97-AF65-F5344CB8AC3E}">
        <p14:creationId xmlns:p14="http://schemas.microsoft.com/office/powerpoint/2010/main" val="4072610819"/>
      </p:ext>
    </p:extLst>
  </p:cSld>
  <p:clrMapOvr>
    <a:masterClrMapping/>
  </p:clrMapOvr>
</p:sld>
</file>

<file path=ppt/theme/theme1.xml><?xml version="1.0" encoding="utf-8"?>
<a:theme xmlns:a="http://schemas.openxmlformats.org/drawingml/2006/main" name="AdornVTI">
  <a:themeElements>
    <a:clrScheme name="AnalogousFromLightSeedLeftStep">
      <a:dk1>
        <a:srgbClr val="000000"/>
      </a:dk1>
      <a:lt1>
        <a:srgbClr val="FFFFFF"/>
      </a:lt1>
      <a:dk2>
        <a:srgbClr val="242E41"/>
      </a:dk2>
      <a:lt2>
        <a:srgbClr val="E2E8E2"/>
      </a:lt2>
      <a:accent1>
        <a:srgbClr val="E374E9"/>
      </a:accent1>
      <a:accent2>
        <a:srgbClr val="A155E4"/>
      </a:accent2>
      <a:accent3>
        <a:srgbClr val="8174E9"/>
      </a:accent3>
      <a:accent4>
        <a:srgbClr val="557FE4"/>
      </a:accent4>
      <a:accent5>
        <a:srgbClr val="36AFDF"/>
      </a:accent5>
      <a:accent6>
        <a:srgbClr val="43B4A5"/>
      </a:accent6>
      <a:hlink>
        <a:srgbClr val="598E56"/>
      </a:hlink>
      <a:folHlink>
        <a:srgbClr val="7F7F7F"/>
      </a:folHlink>
    </a:clrScheme>
    <a:fontScheme name="Bembo">
      <a:majorFont>
        <a:latin typeface="Bembo"/>
        <a:ea typeface=""/>
        <a:cs typeface=""/>
      </a:majorFont>
      <a:minorFont>
        <a:latin typeface="Bemb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dornVTI" id="{497E3FA9-5A27-4D12-9D04-917BEF3D1303}" vid="{34192A01-61CA-4566-9818-841C607496F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9dd8f4f-3b8b-4768-aba7-bbd379e0736b}" enabled="0" method="" siteId="{f9dd8f4f-3b8b-4768-aba7-bbd379e0736b}" removed="1"/>
</clbl:labelList>
</file>

<file path=docProps/app.xml><?xml version="1.0" encoding="utf-8"?>
<Properties xmlns="http://schemas.openxmlformats.org/officeDocument/2006/extended-properties" xmlns:vt="http://schemas.openxmlformats.org/officeDocument/2006/docPropsVTypes">
  <TotalTime>1053</TotalTime>
  <Words>253</Words>
  <Application>Microsoft Office PowerPoint</Application>
  <PresentationFormat>Widescreen</PresentationFormat>
  <Paragraphs>22</Paragraphs>
  <Slides>6</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Arial</vt:lpstr>
      <vt:lpstr>Bembo</vt:lpstr>
      <vt:lpstr>AdornVTI</vt:lpstr>
      <vt:lpstr>TransE on GPU</vt:lpstr>
      <vt:lpstr>What is TransE?</vt:lpstr>
      <vt:lpstr>https://github.com/DeepGraphLearning/KnowledgeGraphEmbedding </vt:lpstr>
      <vt:lpstr>Performance</vt:lpstr>
      <vt:lpstr>Memory Issue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Study Evaluation of Ethical, Security, Privacy and Legal Aspect of Big Data</dc:title>
  <dc:creator>Beshani Weralupitiya</dc:creator>
  <cp:lastModifiedBy>Beshani Weralupitiya</cp:lastModifiedBy>
  <cp:revision>2</cp:revision>
  <dcterms:created xsi:type="dcterms:W3CDTF">2024-04-10T17:28:21Z</dcterms:created>
  <dcterms:modified xsi:type="dcterms:W3CDTF">2024-05-03T18:29:24Z</dcterms:modified>
</cp:coreProperties>
</file>